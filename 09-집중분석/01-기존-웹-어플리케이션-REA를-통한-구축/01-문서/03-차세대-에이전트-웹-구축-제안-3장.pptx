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1b3a621ea254a00" /><Relationship Type="http://schemas.openxmlformats.org/officeDocument/2006/relationships/extended-properties" Target="/docProps/app.xml" Id="R43b13153a01a4208" /><Relationship Type="http://schemas.openxmlformats.org/officeDocument/2006/relationships/officeDocument" Target="/ppt/presentation.xml" Id="Rd6b28d0cfefc4779" /></Relationships>
</file>

<file path=ppt/presentation.xml><?xml version="1.0" encoding="utf-8"?>
<p:presentation xmlns:p="http://schemas.openxmlformats.org/presentationml/2006/main">
  <p:sldMasterIdLst>
    <p:sldMasterId xmlns:r="http://schemas.openxmlformats.org/officeDocument/2006/relationships" id="2147483648" r:id="R244f56c3955849a9"/>
  </p:sldMasterIdLst>
  <p:notesMasterIdLst>
    <p:notesMasterId xmlns:r="http://schemas.openxmlformats.org/officeDocument/2006/relationships" r:id="R385e492178864bed"/>
  </p:notesMasterIdLst>
  <p:sldIdLst>
    <p:sldId xmlns:r="http://schemas.openxmlformats.org/officeDocument/2006/relationships" id="256" r:id="Rbc70c83df43d4a2c"/>
    <p:sldId xmlns:r="http://schemas.openxmlformats.org/officeDocument/2006/relationships" id="257" r:id="Rb4827b36db364451"/>
    <p:sldId xmlns:r="http://schemas.openxmlformats.org/officeDocument/2006/relationships" id="258" r:id="R12f55209850e441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618cc5eb9bb4916" /><Relationship Type="http://schemas.openxmlformats.org/officeDocument/2006/relationships/slideMaster" Target="/ppt/slideMasters/slideMaster1.xml" Id="R244f56c3955849a9" /><Relationship Type="http://schemas.openxmlformats.org/officeDocument/2006/relationships/notesMaster" Target="/ppt/notesMasters/notesMaster1.xml" Id="R385e492178864bed" /><Relationship Type="http://schemas.openxmlformats.org/officeDocument/2006/relationships/presProps" Target="/ppt/presProps.xml" Id="Rf73d65993b084f4e" /><Relationship Type="http://schemas.openxmlformats.org/officeDocument/2006/relationships/tableStyles" Target="/ppt/tableStyles.xml" Id="Rc258866b62b3468d" /><Relationship Type="http://schemas.openxmlformats.org/officeDocument/2006/relationships/slide" Target="/ppt/slides/slide1.xml" Id="Rbc70c83df43d4a2c" /><Relationship Type="http://schemas.openxmlformats.org/officeDocument/2006/relationships/slide" Target="/ppt/slides/slide2.xml" Id="Rb4827b36db364451" /><Relationship Type="http://schemas.openxmlformats.org/officeDocument/2006/relationships/slide" Target="/ppt/slides/slide3.xml" Id="R12f55209850e44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16fe8bccd6429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d551a643b84618" /><Relationship Type="http://schemas.openxmlformats.org/officeDocument/2006/relationships/notesMaster" Target="/ppt/notesMasters/notesMaster1.xml" Id="Rca874c33a93e4da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e46d1f1a9394887" /><Relationship Type="http://schemas.openxmlformats.org/officeDocument/2006/relationships/notesMaster" Target="/ppt/notesMasters/notesMaster1.xml" Id="Re3f5928e474a4b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0468cc844b496a" /><Relationship Type="http://schemas.openxmlformats.org/officeDocument/2006/relationships/notesMaster" Target="/ppt/notesMasters/notesMaster1.xml" Id="Rffb27fd3a8624ba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OpenAI는 Codex가 6시간 이상 작업하는 사례를 보고한다. Aside 공식 문서는 로컬 웹앱 스모크 테스트, 페이지 검사, 스크린샷과 브라우저 REPL을 안내한다. 두 도구를 결합한 주야간 운영은 본 프로젝트의 적용 제안이다. 야간 실행에는 작업·비용·재시도 상한과 실패 중단 조건을 둔다. 기본 결과물은 운영 자동 배포가 아니라 검토 가능한 변경안이다. 실제 사용자 흐름까지 확인하는 통합 검증이며 보안·부하·접근성·다른 브라우저·백엔드 정합성은 별도로 검사한다.</a:t>
            </a:r>
          </a:p>
          <a:p xmlns:a="http://schemas.openxmlformats.org/drawingml/2006/main">
            <a:r>
              <a:t/>
            </a:r>
          </a:p>
          <a:p xmlns:a="http://schemas.openxmlformats.org/drawingml/2006/main">
            <a:r>
              <a:t>출처: https://openai.com/index/harness-engineering?_lang=en</a:t>
            </a:r>
          </a:p>
          <a:p xmlns:a="http://schemas.openxmlformats.org/drawingml/2006/main">
            <a:r>
              <a:t>https://docs.aside.com/help/developers</a:t>
            </a:r>
          </a:p>
          <a:p xmlns:a="http://schemas.openxmlformats.org/drawingml/2006/main">
            <a:r>
              <a:t>https://www.anthropic.com/engineering/demystifying-evals-for-ai-agents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저장소 지식의 버전 관리, 낡은 문서 수정 PR, 관측 정보를 활용한 진단·검증은 OpenAI 사례에서 설명한다. 담당자 교체 위험 감소는 이를 본 프로젝트에 적용한 기대 효과다. 새 담당자의 환경 실행, 오류 재현, 첫 안전한 변경 과제로 측정한다. WebMCP 같은 구조화된 인터페이스는 후보지만 유지보수성을 자체적으로 보장하지 않는다. 코드·명세·테스트·로그를 함께 사용할 수 있어야 한다. 현업 판단·운영 책임·고위험 승인은 사람이 맡는다.</a:t>
            </a:r>
          </a:p>
          <a:p xmlns:a="http://schemas.openxmlformats.org/drawingml/2006/main">
            <a:r>
              <a:t/>
            </a:r>
          </a:p>
          <a:p xmlns:a="http://schemas.openxmlformats.org/drawingml/2006/main">
            <a:r>
              <a:t>출처: https://openai.com/index/harness-engineering?_lang=en</a:t>
            </a:r>
          </a:p>
          <a:p xmlns:a="http://schemas.openxmlformats.org/drawingml/2006/main">
            <a:r>
              <a:t>https://developer.chrome.com/docs/ai/webmcp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원칙은 Kent Beck 발표에 관한 기존 분석을 프로젝트 정책으로 적용한 것이며 발표자의 직접 인용문이 아니다. 기능 사이에 멈춰 다음 변경의 선택지를 회복한다. AI로 개발 속도가 빨라졌다는 주장만으로 생산성을 확정하지 않는다. 모델·실행 환경·사람 검토·실패 복구 비용까지 측정한다. 기존 업무는 작은 파일럿과 실제 브라우저·데이터 검증을 거쳐 단계적으로 전환한다. 코드 롤백과 실제 데이터·외부 업무의 복구는 구분한다.</a:t>
            </a:r>
          </a:p>
          <a:p xmlns:a="http://schemas.openxmlformats.org/drawingml/2006/main">
            <a:r>
              <a:t/>
            </a:r>
          </a:p>
          <a:p xmlns:a="http://schemas.openxmlformats.org/drawingml/2006/main">
            <a:r>
              <a:t>출처: 01-AI-네이티브-SDLC/사례/2026-10-08-AgentOS-Kent-Beck-AI-시대-소프트웨어-공학.md</a:t>
            </a:r>
          </a:p>
          <a:p xmlns:a="http://schemas.openxmlformats.org/drawingml/2006/main">
            <a:r>
              <a:t>https://martinfowler.com/bliki/StranglerApplication.html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75df03325946f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0b5c184da1f4f8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c1f70b45b884f4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ee8aacd6c7d48a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7c9d79810574b3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d37971750fe49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AE174DB-5AC7-416A-9DDC-D028A5880B3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44D4AA7-A7A8-4623-8962-8D1B9DAA4F9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09C5071-DBAF-47A9-9364-02B8E3C8866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952B42-5215-4618-90E1-EDE9E4EB461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E1578F8-BF73-4979-B172-B3E886C836A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9FA5C04-88A7-4E2B-81DD-87071AB926E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795D732-7A53-41DF-A027-8DB5956722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6E83478-917A-4409-BA3C-049B9D7DA40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B36225-B493-4CE0-9417-302FCF2343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BF288D4-6C29-437A-9AB5-CB436C08198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4c57f9dcef4870" /><Relationship Type="http://schemas.openxmlformats.org/officeDocument/2006/relationships/slideLayout" Target="/ppt/slideLayouts/slideLayout1.xml" Id="R9908e76d76d045e0" /><Relationship Type="http://schemas.openxmlformats.org/officeDocument/2006/relationships/slideLayout" Target="/ppt/slideLayouts/slideLayout2.xml" Id="R134f9a8d7ec64ac2" /><Relationship Type="http://schemas.openxmlformats.org/officeDocument/2006/relationships/slideLayout" Target="/ppt/slideLayouts/slideLayout3.xml" Id="R3dc06e4bf6134b73" /><Relationship Type="http://schemas.openxmlformats.org/officeDocument/2006/relationships/slideLayout" Target="/ppt/slideLayouts/slideLayout4.xml" Id="Ra99ae6d19ed0479c" /><Relationship Type="http://schemas.openxmlformats.org/officeDocument/2006/relationships/slideLayout" Target="/ppt/slideLayouts/slideLayout5.xml" Id="Rcc3a2b4a4db34a08" /><Relationship Type="http://schemas.openxmlformats.org/officeDocument/2006/relationships/slideLayout" Target="/ppt/slideLayouts/slideLayout6.xml" Id="Rde484a62dc9a44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908e76d76d045e0"/>
    <p:sldLayoutId xmlns:r="http://schemas.openxmlformats.org/officeDocument/2006/relationships" id="2147483650" r:id="R134f9a8d7ec64ac2"/>
    <p:sldLayoutId xmlns:r="http://schemas.openxmlformats.org/officeDocument/2006/relationships" id="2147483651" r:id="R3dc06e4bf6134b73"/>
    <p:sldLayoutId xmlns:r="http://schemas.openxmlformats.org/officeDocument/2006/relationships" id="2147483652" r:id="Ra99ae6d19ed0479c"/>
    <p:sldLayoutId xmlns:r="http://schemas.openxmlformats.org/officeDocument/2006/relationships" id="2147483653" r:id="Rcc3a2b4a4db34a08"/>
    <p:sldLayoutId xmlns:r="http://schemas.openxmlformats.org/officeDocument/2006/relationships" id="2147483654" r:id="Rde484a62dc9a44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47a8c3c02154e47" /><Relationship Type="http://schemas.openxmlformats.org/officeDocument/2006/relationships/notesSlide" Target="/ppt/notesSlides/notesSlide1.xml" Id="R4d10408a3fbd4d5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72bfb15826e4b02" /><Relationship Type="http://schemas.openxmlformats.org/officeDocument/2006/relationships/notesSlide" Target="/ppt/notesSlides/notesSlide2.xml" Id="Rb47c022c2dd5449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64ccf74f2104f13" /><Relationship Type="http://schemas.openxmlformats.org/officeDocument/2006/relationships/notesSlide" Target="/ppt/notesSlides/notesSlide3.xml" Id="R335fc38c32304b61" /></Relationships>
</file>

<file path=ppt/slides/slide1.xml><?xml version="1.0" encoding="utf-8"?>
<p:sld xmlns:p="http://schemas.openxmlformats.org/presentationml/2006/main">
  <p:cSld>
    <p:bg>
      <p:bgPr>
        <a:solidFill xmlns:a="http://schemas.openxmlformats.org/drawingml/2006/main">
          <a:srgbClr val="14191E"/>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F3F2B3E-DFC2-489E-A73C-8F7448BB4563}"/>
              </a:ext>
            </a:extLst>
          </p:cNvPr>
          <p:cNvSpPr>
            <a:spLocks xmlns:a="http://schemas.openxmlformats.org/drawingml/2006/main" noGrp="1"/>
          </p:cNvSpPr>
          <p:nvPr/>
        </p:nvSpPr>
        <p:spPr>
          <a:xfrm xmlns:a="http://schemas.openxmlformats.org/drawingml/2006/main">
            <a:off x="609600" y="495300"/>
            <a:ext cx="438150" cy="47625"/>
          </a:xfrm>
          <a:prstGeom xmlns:a="http://schemas.openxmlformats.org/drawingml/2006/main" prst="rect">
            <a:avLst/>
          </a:prstGeom>
          <a:solidFill xmlns:a="http://schemas.openxmlformats.org/drawingml/2006/main">
            <a:srgbClr val="3366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DFABB8C-F36A-44C3-AD7B-7F42A6D7FAED}"/>
              </a:ext>
            </a:extLst>
          </p:cNvPr>
          <p:cNvSpPr>
            <a:spLocks xmlns:a="http://schemas.openxmlformats.org/drawingml/2006/main" noGrp="1"/>
          </p:cNvSpPr>
          <p:nvPr/>
        </p:nvSpPr>
        <p:spPr>
          <a:xfrm xmlns:a="http://schemas.openxmlformats.org/drawingml/2006/main">
            <a:off x="609600" y="657225"/>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E8EEFF"/>
                </a:solidFill>
                <a:latin typeface="Noto Sans KR"/>
                <a:ea typeface="Noto Sans KR"/>
                <a:cs typeface="Noto Sans KR"/>
              </a:defRPr>
            </a:defPPr>
            <a:lvl1pPr algn="l">
              <a:defRPr sz="1200" b="1">
                <a:solidFill>
                  <a:srgbClr val="E8EEFF"/>
                </a:solidFill>
                <a:latin typeface="Noto Sans KR"/>
                <a:ea typeface="Noto Sans KR"/>
                <a:cs typeface="Noto Sans KR"/>
              </a:defRPr>
            </a:lvl1pPr>
            <a:lvl2pPr algn="l">
              <a:defRPr sz="1200" b="1">
                <a:solidFill>
                  <a:srgbClr val="E8EEFF"/>
                </a:solidFill>
                <a:latin typeface="Noto Sans KR"/>
                <a:ea typeface="Noto Sans KR"/>
                <a:cs typeface="Noto Sans KR"/>
              </a:defRPr>
            </a:lvl2pPr>
            <a:lvl3pPr algn="l">
              <a:defRPr sz="1200" b="1">
                <a:solidFill>
                  <a:srgbClr val="E8EEFF"/>
                </a:solidFill>
                <a:latin typeface="Noto Sans KR"/>
                <a:ea typeface="Noto Sans KR"/>
                <a:cs typeface="Noto Sans KR"/>
              </a:defRPr>
            </a:lvl3pPr>
            <a:lvl4pPr algn="l">
              <a:defRPr sz="1200" b="1">
                <a:solidFill>
                  <a:srgbClr val="E8EEFF"/>
                </a:solidFill>
                <a:latin typeface="Noto Sans KR"/>
                <a:ea typeface="Noto Sans KR"/>
                <a:cs typeface="Noto Sans KR"/>
              </a:defRPr>
            </a:lvl4pPr>
            <a:lvl5pPr algn="l">
              <a:defRPr sz="1200" b="1">
                <a:solidFill>
                  <a:srgbClr val="E8EEFF"/>
                </a:solidFill>
                <a:latin typeface="Noto Sans KR"/>
                <a:ea typeface="Noto Sans KR"/>
                <a:cs typeface="Noto Sans KR"/>
              </a:defRPr>
            </a:lvl5pPr>
            <a:lvl6pPr algn="l">
              <a:defRPr sz="1200" b="1">
                <a:solidFill>
                  <a:srgbClr val="E8EEFF"/>
                </a:solidFill>
                <a:latin typeface="Noto Sans KR"/>
                <a:ea typeface="Noto Sans KR"/>
                <a:cs typeface="Noto Sans KR"/>
              </a:defRPr>
            </a:lvl6pPr>
            <a:lvl7pPr algn="l">
              <a:defRPr sz="1200" b="1">
                <a:solidFill>
                  <a:srgbClr val="E8EEFF"/>
                </a:solidFill>
                <a:latin typeface="Noto Sans KR"/>
                <a:ea typeface="Noto Sans KR"/>
                <a:cs typeface="Noto Sans KR"/>
              </a:defRPr>
            </a:lvl7pPr>
            <a:lvl8pPr algn="l">
              <a:defRPr sz="1200" b="1">
                <a:solidFill>
                  <a:srgbClr val="E8EEFF"/>
                </a:solidFill>
                <a:latin typeface="Noto Sans KR"/>
                <a:ea typeface="Noto Sans KR"/>
                <a:cs typeface="Noto Sans KR"/>
              </a:defRPr>
            </a:lvl8pPr>
            <a:lvl9pPr algn="l">
              <a:defRPr sz="1200" b="1">
                <a:solidFill>
                  <a:srgbClr val="E8EEFF"/>
                </a:solidFill>
                <a:latin typeface="Noto Sans KR"/>
                <a:ea typeface="Noto Sans KR"/>
                <a:cs typeface="Noto Sans KR"/>
              </a:defRPr>
            </a:lvl9pPr>
          </a:lstStyle>
          <a:p xmlns:a="http://schemas.openxmlformats.org/drawingml/2006/main">
            <a:pPr algn="l">
              <a:defRPr sz="1200" b="1">
                <a:solidFill>
                  <a:srgbClr val="E8EEFF"/>
                </a:solidFill>
                <a:latin typeface="Noto Sans KR"/>
                <a:ea typeface="Noto Sans KR"/>
                <a:cs typeface="Noto Sans KR"/>
              </a:defRPr>
            </a:pPr>
            <a:r>
              <a:rPr sz="1200" b="1">
                <a:solidFill>
                  <a:srgbClr val="E8EEFF"/>
                </a:solidFill>
                <a:latin typeface="Noto Sans KR"/>
                <a:ea typeface="Noto Sans KR"/>
                <a:cs typeface="Noto Sans KR"/>
              </a:rPr>
              <a:t>차세대 에이전트 웹 구축</a:t>
            </a:r>
          </a:p>
        </p:txBody>
      </p:sp>
      <p:sp>
        <p:nvSpPr>
          <p:cNvPr id="3" name="">
            <a:extLst xmlns:a="http://schemas.openxmlformats.org/drawingml/2006/main">
              <a:ext uri="{FF2B5EF4-FFF2-40B4-BE49-F238E27FC236}">
                <a16:creationId xmlns:a16="http://schemas.microsoft.com/office/drawing/2014/main" id="{BA455E2F-CC8B-4EFB-857F-C0DD69A8C636}"/>
              </a:ext>
            </a:extLst>
          </p:cNvPr>
          <p:cNvSpPr>
            <a:spLocks xmlns:a="http://schemas.openxmlformats.org/drawingml/2006/main" noGrp="1"/>
          </p:cNvSpPr>
          <p:nvPr/>
        </p:nvSpPr>
        <p:spPr>
          <a:xfrm xmlns:a="http://schemas.openxmlformats.org/drawingml/2006/main">
            <a:off x="609600" y="1152525"/>
            <a:ext cx="10953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525" b="1">
                <a:solidFill>
                  <a:srgbClr val="FFFFFF"/>
                </a:solidFill>
                <a:latin typeface="Noto Sans KR"/>
                <a:ea typeface="Noto Sans KR"/>
                <a:cs typeface="Noto Sans KR"/>
              </a:defRPr>
            </a:defPPr>
            <a:lvl1pPr algn="l">
              <a:defRPr sz="3525" b="1">
                <a:solidFill>
                  <a:srgbClr val="FFFFFF"/>
                </a:solidFill>
                <a:latin typeface="Noto Sans KR"/>
                <a:ea typeface="Noto Sans KR"/>
                <a:cs typeface="Noto Sans KR"/>
              </a:defRPr>
            </a:lvl1pPr>
            <a:lvl2pPr algn="l">
              <a:defRPr sz="3525" b="1">
                <a:solidFill>
                  <a:srgbClr val="FFFFFF"/>
                </a:solidFill>
                <a:latin typeface="Noto Sans KR"/>
                <a:ea typeface="Noto Sans KR"/>
                <a:cs typeface="Noto Sans KR"/>
              </a:defRPr>
            </a:lvl2pPr>
            <a:lvl3pPr algn="l">
              <a:defRPr sz="3525" b="1">
                <a:solidFill>
                  <a:srgbClr val="FFFFFF"/>
                </a:solidFill>
                <a:latin typeface="Noto Sans KR"/>
                <a:ea typeface="Noto Sans KR"/>
                <a:cs typeface="Noto Sans KR"/>
              </a:defRPr>
            </a:lvl3pPr>
            <a:lvl4pPr algn="l">
              <a:defRPr sz="3525" b="1">
                <a:solidFill>
                  <a:srgbClr val="FFFFFF"/>
                </a:solidFill>
                <a:latin typeface="Noto Sans KR"/>
                <a:ea typeface="Noto Sans KR"/>
                <a:cs typeface="Noto Sans KR"/>
              </a:defRPr>
            </a:lvl4pPr>
            <a:lvl5pPr algn="l">
              <a:defRPr sz="3525" b="1">
                <a:solidFill>
                  <a:srgbClr val="FFFFFF"/>
                </a:solidFill>
                <a:latin typeface="Noto Sans KR"/>
                <a:ea typeface="Noto Sans KR"/>
                <a:cs typeface="Noto Sans KR"/>
              </a:defRPr>
            </a:lvl5pPr>
            <a:lvl6pPr algn="l">
              <a:defRPr sz="3525" b="1">
                <a:solidFill>
                  <a:srgbClr val="FFFFFF"/>
                </a:solidFill>
                <a:latin typeface="Noto Sans KR"/>
                <a:ea typeface="Noto Sans KR"/>
                <a:cs typeface="Noto Sans KR"/>
              </a:defRPr>
            </a:lvl6pPr>
            <a:lvl7pPr algn="l">
              <a:defRPr sz="3525" b="1">
                <a:solidFill>
                  <a:srgbClr val="FFFFFF"/>
                </a:solidFill>
                <a:latin typeface="Noto Sans KR"/>
                <a:ea typeface="Noto Sans KR"/>
                <a:cs typeface="Noto Sans KR"/>
              </a:defRPr>
            </a:lvl7pPr>
            <a:lvl8pPr algn="l">
              <a:defRPr sz="3525" b="1">
                <a:solidFill>
                  <a:srgbClr val="FFFFFF"/>
                </a:solidFill>
                <a:latin typeface="Noto Sans KR"/>
                <a:ea typeface="Noto Sans KR"/>
                <a:cs typeface="Noto Sans KR"/>
              </a:defRPr>
            </a:lvl8pPr>
            <a:lvl9pPr algn="l">
              <a:defRPr sz="3525" b="1">
                <a:solidFill>
                  <a:srgbClr val="FFFFFF"/>
                </a:solidFill>
                <a:latin typeface="Noto Sans KR"/>
                <a:ea typeface="Noto Sans KR"/>
                <a:cs typeface="Noto Sans KR"/>
              </a:defRPr>
            </a:lvl9pPr>
          </a:lstStyle>
          <a:p xmlns:a="http://schemas.openxmlformats.org/drawingml/2006/main">
            <a:pPr algn="l">
              <a:defRPr sz="3525" b="1">
                <a:solidFill>
                  <a:srgbClr val="FFFFFF"/>
                </a:solidFill>
                <a:latin typeface="Noto Sans KR"/>
                <a:ea typeface="Noto Sans KR"/>
                <a:cs typeface="Noto Sans KR"/>
              </a:defRPr>
            </a:pPr>
            <a:r>
              <a:rPr sz="3525" b="1">
                <a:solidFill>
                  <a:srgbClr val="FFFFFF"/>
                </a:solidFill>
                <a:latin typeface="Noto Sans KR"/>
                <a:ea typeface="Noto Sans KR"/>
                <a:cs typeface="Noto Sans KR"/>
              </a:rPr>
              <a:t>낮에는 사람이 결정하고,</a:t>
            </a:r>
          </a:p>
          <a:p xmlns:a="http://schemas.openxmlformats.org/drawingml/2006/main">
            <a:pPr algn="l">
              <a:defRPr sz="3525" b="1">
                <a:solidFill>
                  <a:srgbClr val="FFFFFF"/>
                </a:solidFill>
                <a:latin typeface="Noto Sans KR"/>
                <a:ea typeface="Noto Sans KR"/>
                <a:cs typeface="Noto Sans KR"/>
              </a:defRPr>
            </a:pPr>
            <a:r>
              <a:rPr sz="3525" b="1">
                <a:solidFill>
                  <a:srgbClr val="FFFFFF"/>
                </a:solidFill>
                <a:latin typeface="Noto Sans KR"/>
                <a:ea typeface="Noto Sans KR"/>
                <a:cs typeface="Noto Sans KR"/>
              </a:rPr>
              <a:t>밤에는 에이전트가 구현·검증한다</a:t>
            </a:r>
          </a:p>
        </p:txBody>
      </p:sp>
      <p:sp>
        <p:nvSpPr>
          <p:cNvPr id="4" name="">
            <a:extLst xmlns:a="http://schemas.openxmlformats.org/drawingml/2006/main">
              <a:ext uri="{FF2B5EF4-FFF2-40B4-BE49-F238E27FC236}">
                <a16:creationId xmlns:a16="http://schemas.microsoft.com/office/drawing/2014/main" id="{EF93765B-8A66-4B7A-99AF-093412EED2A0}"/>
              </a:ext>
            </a:extLst>
          </p:cNvPr>
          <p:cNvSpPr>
            <a:spLocks xmlns:a="http://schemas.openxmlformats.org/drawingml/2006/main" noGrp="1"/>
          </p:cNvSpPr>
          <p:nvPr/>
        </p:nvSpPr>
        <p:spPr>
          <a:xfrm xmlns:a="http://schemas.openxmlformats.org/drawingml/2006/main">
            <a:off x="609600" y="2647950"/>
            <a:ext cx="10763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0">
                <a:solidFill>
                  <a:srgbClr val="B8C7F9"/>
                </a:solidFill>
                <a:latin typeface="Noto Sans KR"/>
                <a:ea typeface="Noto Sans KR"/>
                <a:cs typeface="Noto Sans KR"/>
              </a:defRPr>
            </a:defPPr>
            <a:lvl1pPr algn="l">
              <a:defRPr sz="1950" b="0">
                <a:solidFill>
                  <a:srgbClr val="B8C7F9"/>
                </a:solidFill>
                <a:latin typeface="Noto Sans KR"/>
                <a:ea typeface="Noto Sans KR"/>
                <a:cs typeface="Noto Sans KR"/>
              </a:defRPr>
            </a:lvl1pPr>
            <a:lvl2pPr algn="l">
              <a:defRPr sz="1950" b="0">
                <a:solidFill>
                  <a:srgbClr val="B8C7F9"/>
                </a:solidFill>
                <a:latin typeface="Noto Sans KR"/>
                <a:ea typeface="Noto Sans KR"/>
                <a:cs typeface="Noto Sans KR"/>
              </a:defRPr>
            </a:lvl2pPr>
            <a:lvl3pPr algn="l">
              <a:defRPr sz="1950" b="0">
                <a:solidFill>
                  <a:srgbClr val="B8C7F9"/>
                </a:solidFill>
                <a:latin typeface="Noto Sans KR"/>
                <a:ea typeface="Noto Sans KR"/>
                <a:cs typeface="Noto Sans KR"/>
              </a:defRPr>
            </a:lvl3pPr>
            <a:lvl4pPr algn="l">
              <a:defRPr sz="1950" b="0">
                <a:solidFill>
                  <a:srgbClr val="B8C7F9"/>
                </a:solidFill>
                <a:latin typeface="Noto Sans KR"/>
                <a:ea typeface="Noto Sans KR"/>
                <a:cs typeface="Noto Sans KR"/>
              </a:defRPr>
            </a:lvl4pPr>
            <a:lvl5pPr algn="l">
              <a:defRPr sz="1950" b="0">
                <a:solidFill>
                  <a:srgbClr val="B8C7F9"/>
                </a:solidFill>
                <a:latin typeface="Noto Sans KR"/>
                <a:ea typeface="Noto Sans KR"/>
                <a:cs typeface="Noto Sans KR"/>
              </a:defRPr>
            </a:lvl5pPr>
            <a:lvl6pPr algn="l">
              <a:defRPr sz="1950" b="0">
                <a:solidFill>
                  <a:srgbClr val="B8C7F9"/>
                </a:solidFill>
                <a:latin typeface="Noto Sans KR"/>
                <a:ea typeface="Noto Sans KR"/>
                <a:cs typeface="Noto Sans KR"/>
              </a:defRPr>
            </a:lvl6pPr>
            <a:lvl7pPr algn="l">
              <a:defRPr sz="1950" b="0">
                <a:solidFill>
                  <a:srgbClr val="B8C7F9"/>
                </a:solidFill>
                <a:latin typeface="Noto Sans KR"/>
                <a:ea typeface="Noto Sans KR"/>
                <a:cs typeface="Noto Sans KR"/>
              </a:defRPr>
            </a:lvl7pPr>
            <a:lvl8pPr algn="l">
              <a:defRPr sz="1950" b="0">
                <a:solidFill>
                  <a:srgbClr val="B8C7F9"/>
                </a:solidFill>
                <a:latin typeface="Noto Sans KR"/>
                <a:ea typeface="Noto Sans KR"/>
                <a:cs typeface="Noto Sans KR"/>
              </a:defRPr>
            </a:lvl8pPr>
            <a:lvl9pPr algn="l">
              <a:defRPr sz="1950" b="0">
                <a:solidFill>
                  <a:srgbClr val="B8C7F9"/>
                </a:solidFill>
                <a:latin typeface="Noto Sans KR"/>
                <a:ea typeface="Noto Sans KR"/>
                <a:cs typeface="Noto Sans KR"/>
              </a:defRPr>
            </a:lvl9pPr>
          </a:lstStyle>
          <a:p xmlns:a="http://schemas.openxmlformats.org/drawingml/2006/main">
            <a:pPr algn="l">
              <a:defRPr sz="1950" b="0">
                <a:solidFill>
                  <a:srgbClr val="B8C7F9"/>
                </a:solidFill>
                <a:latin typeface="Noto Sans KR"/>
                <a:ea typeface="Noto Sans KR"/>
                <a:cs typeface="Noto Sans KR"/>
              </a:defRPr>
            </a:pPr>
            <a:r>
              <a:rPr sz="1950" b="0">
                <a:solidFill>
                  <a:srgbClr val="B8C7F9"/>
                </a:solidFill>
                <a:latin typeface="Noto Sans KR"/>
                <a:ea typeface="Noto Sans KR"/>
                <a:cs typeface="Noto Sans KR"/>
              </a:rPr>
              <a:t>업무 지식 복원과 차세대 재설계로 구축 대기 시간을 줄인다</a:t>
            </a:r>
          </a:p>
        </p:txBody>
      </p:sp>
      <p:sp>
        <p:nvSpPr>
          <p:cNvPr id="5" name="">
            <a:extLst xmlns:a="http://schemas.openxmlformats.org/drawingml/2006/main">
              <a:ext uri="{FF2B5EF4-FFF2-40B4-BE49-F238E27FC236}">
                <a16:creationId xmlns:a16="http://schemas.microsoft.com/office/drawing/2014/main" id="{D6768044-F00F-4DF3-BBE5-297926D835B9}"/>
              </a:ext>
            </a:extLst>
          </p:cNvPr>
          <p:cNvSpPr>
            <a:spLocks xmlns:a="http://schemas.openxmlformats.org/drawingml/2006/main" noGrp="1"/>
          </p:cNvSpPr>
          <p:nvPr/>
        </p:nvSpPr>
        <p:spPr>
          <a:xfrm xmlns:a="http://schemas.openxmlformats.org/drawingml/2006/main">
            <a:off x="609600" y="3476625"/>
            <a:ext cx="10953750" cy="19050"/>
          </a:xfrm>
          <a:prstGeom xmlns:a="http://schemas.openxmlformats.org/drawingml/2006/main" prst="rect">
            <a:avLst/>
          </a:prstGeom>
          <a:solidFill xmlns:a="http://schemas.openxmlformats.org/drawingml/2006/main">
            <a:srgbClr val="48505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D7B69C1-1541-4C62-9937-3ACB2AEA9D48}"/>
              </a:ext>
            </a:extLst>
          </p:cNvPr>
          <p:cNvSpPr>
            <a:spLocks xmlns:a="http://schemas.openxmlformats.org/drawingml/2006/main" noGrp="1"/>
          </p:cNvSpPr>
          <p:nvPr/>
        </p:nvSpPr>
        <p:spPr>
          <a:xfrm xmlns:a="http://schemas.openxmlformats.org/drawingml/2006/main">
            <a:off x="609600" y="3762375"/>
            <a:ext cx="47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3366FF"/>
                </a:solidFill>
                <a:latin typeface="Noto Sans KR"/>
                <a:ea typeface="Noto Sans KR"/>
                <a:cs typeface="Noto Sans KR"/>
              </a:defRPr>
            </a:defPPr>
            <a:lvl1pPr algn="l">
              <a:defRPr sz="2025" b="1">
                <a:solidFill>
                  <a:srgbClr val="3366FF"/>
                </a:solidFill>
                <a:latin typeface="Noto Sans KR"/>
                <a:ea typeface="Noto Sans KR"/>
                <a:cs typeface="Noto Sans KR"/>
              </a:defRPr>
            </a:lvl1pPr>
            <a:lvl2pPr algn="l">
              <a:defRPr sz="2025" b="1">
                <a:solidFill>
                  <a:srgbClr val="3366FF"/>
                </a:solidFill>
                <a:latin typeface="Noto Sans KR"/>
                <a:ea typeface="Noto Sans KR"/>
                <a:cs typeface="Noto Sans KR"/>
              </a:defRPr>
            </a:lvl2pPr>
            <a:lvl3pPr algn="l">
              <a:defRPr sz="2025" b="1">
                <a:solidFill>
                  <a:srgbClr val="3366FF"/>
                </a:solidFill>
                <a:latin typeface="Noto Sans KR"/>
                <a:ea typeface="Noto Sans KR"/>
                <a:cs typeface="Noto Sans KR"/>
              </a:defRPr>
            </a:lvl3pPr>
            <a:lvl4pPr algn="l">
              <a:defRPr sz="2025" b="1">
                <a:solidFill>
                  <a:srgbClr val="3366FF"/>
                </a:solidFill>
                <a:latin typeface="Noto Sans KR"/>
                <a:ea typeface="Noto Sans KR"/>
                <a:cs typeface="Noto Sans KR"/>
              </a:defRPr>
            </a:lvl4pPr>
            <a:lvl5pPr algn="l">
              <a:defRPr sz="2025" b="1">
                <a:solidFill>
                  <a:srgbClr val="3366FF"/>
                </a:solidFill>
                <a:latin typeface="Noto Sans KR"/>
                <a:ea typeface="Noto Sans KR"/>
                <a:cs typeface="Noto Sans KR"/>
              </a:defRPr>
            </a:lvl5pPr>
            <a:lvl6pPr algn="l">
              <a:defRPr sz="2025" b="1">
                <a:solidFill>
                  <a:srgbClr val="3366FF"/>
                </a:solidFill>
                <a:latin typeface="Noto Sans KR"/>
                <a:ea typeface="Noto Sans KR"/>
                <a:cs typeface="Noto Sans KR"/>
              </a:defRPr>
            </a:lvl6pPr>
            <a:lvl7pPr algn="l">
              <a:defRPr sz="2025" b="1">
                <a:solidFill>
                  <a:srgbClr val="3366FF"/>
                </a:solidFill>
                <a:latin typeface="Noto Sans KR"/>
                <a:ea typeface="Noto Sans KR"/>
                <a:cs typeface="Noto Sans KR"/>
              </a:defRPr>
            </a:lvl7pPr>
            <a:lvl8pPr algn="l">
              <a:defRPr sz="2025" b="1">
                <a:solidFill>
                  <a:srgbClr val="3366FF"/>
                </a:solidFill>
                <a:latin typeface="Noto Sans KR"/>
                <a:ea typeface="Noto Sans KR"/>
                <a:cs typeface="Noto Sans KR"/>
              </a:defRPr>
            </a:lvl8pPr>
            <a:lvl9pPr algn="l">
              <a:defRPr sz="2025" b="1">
                <a:solidFill>
                  <a:srgbClr val="3366FF"/>
                </a:solidFill>
                <a:latin typeface="Noto Sans KR"/>
                <a:ea typeface="Noto Sans KR"/>
                <a:cs typeface="Noto Sans KR"/>
              </a:defRPr>
            </a:lvl9pPr>
          </a:lstStyle>
          <a:p xmlns:a="http://schemas.openxmlformats.org/drawingml/2006/main">
            <a:pPr algn="l">
              <a:defRPr sz="2025" b="1">
                <a:solidFill>
                  <a:srgbClr val="3366FF"/>
                </a:solidFill>
                <a:latin typeface="Noto Sans KR"/>
                <a:ea typeface="Noto Sans KR"/>
                <a:cs typeface="Noto Sans KR"/>
              </a:defRPr>
            </a:pPr>
            <a:r>
              <a:rPr sz="2025" b="1">
                <a:solidFill>
                  <a:srgbClr val="3366FF"/>
                </a:solidFill>
                <a:latin typeface="Noto Sans KR"/>
                <a:ea typeface="Noto Sans KR"/>
                <a:cs typeface="Noto Sans KR"/>
              </a:rPr>
              <a:t>01</a:t>
            </a:r>
          </a:p>
        </p:txBody>
      </p:sp>
      <p:sp>
        <p:nvSpPr>
          <p:cNvPr id="7" name="">
            <a:extLst xmlns:a="http://schemas.openxmlformats.org/drawingml/2006/main">
              <a:ext uri="{FF2B5EF4-FFF2-40B4-BE49-F238E27FC236}">
                <a16:creationId xmlns:a16="http://schemas.microsoft.com/office/drawing/2014/main" id="{29D6E678-72C1-46A0-9406-B41F03AB3BD4}"/>
              </a:ext>
            </a:extLst>
          </p:cNvPr>
          <p:cNvSpPr>
            <a:spLocks xmlns:a="http://schemas.openxmlformats.org/drawingml/2006/main" noGrp="1"/>
          </p:cNvSpPr>
          <p:nvPr/>
        </p:nvSpPr>
        <p:spPr>
          <a:xfrm xmlns:a="http://schemas.openxmlformats.org/drawingml/2006/main">
            <a:off x="609600" y="4219575"/>
            <a:ext cx="2590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FFFFFF"/>
                </a:solidFill>
                <a:latin typeface="Noto Sans KR"/>
                <a:ea typeface="Noto Sans KR"/>
                <a:cs typeface="Noto Sans KR"/>
              </a:defRPr>
            </a:defPPr>
            <a:lvl1pPr algn="l">
              <a:defRPr sz="1725" b="1">
                <a:solidFill>
                  <a:srgbClr val="FFFFFF"/>
                </a:solidFill>
                <a:latin typeface="Noto Sans KR"/>
                <a:ea typeface="Noto Sans KR"/>
                <a:cs typeface="Noto Sans KR"/>
              </a:defRPr>
            </a:lvl1pPr>
            <a:lvl2pPr algn="l">
              <a:defRPr sz="1725" b="1">
                <a:solidFill>
                  <a:srgbClr val="FFFFFF"/>
                </a:solidFill>
                <a:latin typeface="Noto Sans KR"/>
                <a:ea typeface="Noto Sans KR"/>
                <a:cs typeface="Noto Sans KR"/>
              </a:defRPr>
            </a:lvl2pPr>
            <a:lvl3pPr algn="l">
              <a:defRPr sz="1725" b="1">
                <a:solidFill>
                  <a:srgbClr val="FFFFFF"/>
                </a:solidFill>
                <a:latin typeface="Noto Sans KR"/>
                <a:ea typeface="Noto Sans KR"/>
                <a:cs typeface="Noto Sans KR"/>
              </a:defRPr>
            </a:lvl3pPr>
            <a:lvl4pPr algn="l">
              <a:defRPr sz="1725" b="1">
                <a:solidFill>
                  <a:srgbClr val="FFFFFF"/>
                </a:solidFill>
                <a:latin typeface="Noto Sans KR"/>
                <a:ea typeface="Noto Sans KR"/>
                <a:cs typeface="Noto Sans KR"/>
              </a:defRPr>
            </a:lvl4pPr>
            <a:lvl5pPr algn="l">
              <a:defRPr sz="1725" b="1">
                <a:solidFill>
                  <a:srgbClr val="FFFFFF"/>
                </a:solidFill>
                <a:latin typeface="Noto Sans KR"/>
                <a:ea typeface="Noto Sans KR"/>
                <a:cs typeface="Noto Sans KR"/>
              </a:defRPr>
            </a:lvl5pPr>
            <a:lvl6pPr algn="l">
              <a:defRPr sz="1725" b="1">
                <a:solidFill>
                  <a:srgbClr val="FFFFFF"/>
                </a:solidFill>
                <a:latin typeface="Noto Sans KR"/>
                <a:ea typeface="Noto Sans KR"/>
                <a:cs typeface="Noto Sans KR"/>
              </a:defRPr>
            </a:lvl6pPr>
            <a:lvl7pPr algn="l">
              <a:defRPr sz="1725" b="1">
                <a:solidFill>
                  <a:srgbClr val="FFFFFF"/>
                </a:solidFill>
                <a:latin typeface="Noto Sans KR"/>
                <a:ea typeface="Noto Sans KR"/>
                <a:cs typeface="Noto Sans KR"/>
              </a:defRPr>
            </a:lvl7pPr>
            <a:lvl8pPr algn="l">
              <a:defRPr sz="1725" b="1">
                <a:solidFill>
                  <a:srgbClr val="FFFFFF"/>
                </a:solidFill>
                <a:latin typeface="Noto Sans KR"/>
                <a:ea typeface="Noto Sans KR"/>
                <a:cs typeface="Noto Sans KR"/>
              </a:defRPr>
            </a:lvl8pPr>
            <a:lvl9pPr algn="l">
              <a:defRPr sz="1725" b="1">
                <a:solidFill>
                  <a:srgbClr val="FFFFFF"/>
                </a:solidFill>
                <a:latin typeface="Noto Sans KR"/>
                <a:ea typeface="Noto Sans KR"/>
                <a:cs typeface="Noto Sans KR"/>
              </a:defRPr>
            </a:lvl9pPr>
          </a:lstStyle>
          <a:p xmlns:a="http://schemas.openxmlformats.org/drawingml/2006/main">
            <a:pPr algn="l">
              <a:defRPr sz="1725" b="1">
                <a:solidFill>
                  <a:srgbClr val="FFFFFF"/>
                </a:solidFill>
                <a:latin typeface="Noto Sans KR"/>
                <a:ea typeface="Noto Sans KR"/>
                <a:cs typeface="Noto Sans KR"/>
              </a:defRPr>
            </a:pPr>
            <a:r>
              <a:rPr sz="1725" b="1">
                <a:solidFill>
                  <a:srgbClr val="FFFFFF"/>
                </a:solidFill>
                <a:latin typeface="Noto Sans KR"/>
                <a:ea typeface="Noto Sans KR"/>
                <a:cs typeface="Noto Sans KR"/>
              </a:rPr>
              <a:t>업무 지식 복원</a:t>
            </a:r>
          </a:p>
        </p:txBody>
      </p:sp>
      <p:sp>
        <p:nvSpPr>
          <p:cNvPr id="8" name="">
            <a:extLst xmlns:a="http://schemas.openxmlformats.org/drawingml/2006/main">
              <a:ext uri="{FF2B5EF4-FFF2-40B4-BE49-F238E27FC236}">
                <a16:creationId xmlns:a16="http://schemas.microsoft.com/office/drawing/2014/main" id="{C707A168-FE95-4B9F-B6DC-BA0E2DE28292}"/>
              </a:ext>
            </a:extLst>
          </p:cNvPr>
          <p:cNvSpPr>
            <a:spLocks xmlns:a="http://schemas.openxmlformats.org/drawingml/2006/main" noGrp="1"/>
          </p:cNvSpPr>
          <p:nvPr/>
        </p:nvSpPr>
        <p:spPr>
          <a:xfrm xmlns:a="http://schemas.openxmlformats.org/drawingml/2006/main">
            <a:off x="609600" y="4781550"/>
            <a:ext cx="25908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CCD2D9"/>
                </a:solidFill>
                <a:latin typeface="Noto Sans KR"/>
                <a:ea typeface="Noto Sans KR"/>
                <a:cs typeface="Noto Sans KR"/>
              </a:defRPr>
            </a:defPPr>
            <a:lvl1pPr algn="l">
              <a:defRPr sz="1350" b="0">
                <a:solidFill>
                  <a:srgbClr val="CCD2D9"/>
                </a:solidFill>
                <a:latin typeface="Noto Sans KR"/>
                <a:ea typeface="Noto Sans KR"/>
                <a:cs typeface="Noto Sans KR"/>
              </a:defRPr>
            </a:lvl1pPr>
            <a:lvl2pPr algn="l">
              <a:defRPr sz="1350" b="0">
                <a:solidFill>
                  <a:srgbClr val="CCD2D9"/>
                </a:solidFill>
                <a:latin typeface="Noto Sans KR"/>
                <a:ea typeface="Noto Sans KR"/>
                <a:cs typeface="Noto Sans KR"/>
              </a:defRPr>
            </a:lvl2pPr>
            <a:lvl3pPr algn="l">
              <a:defRPr sz="1350" b="0">
                <a:solidFill>
                  <a:srgbClr val="CCD2D9"/>
                </a:solidFill>
                <a:latin typeface="Noto Sans KR"/>
                <a:ea typeface="Noto Sans KR"/>
                <a:cs typeface="Noto Sans KR"/>
              </a:defRPr>
            </a:lvl3pPr>
            <a:lvl4pPr algn="l">
              <a:defRPr sz="1350" b="0">
                <a:solidFill>
                  <a:srgbClr val="CCD2D9"/>
                </a:solidFill>
                <a:latin typeface="Noto Sans KR"/>
                <a:ea typeface="Noto Sans KR"/>
                <a:cs typeface="Noto Sans KR"/>
              </a:defRPr>
            </a:lvl4pPr>
            <a:lvl5pPr algn="l">
              <a:defRPr sz="1350" b="0">
                <a:solidFill>
                  <a:srgbClr val="CCD2D9"/>
                </a:solidFill>
                <a:latin typeface="Noto Sans KR"/>
                <a:ea typeface="Noto Sans KR"/>
                <a:cs typeface="Noto Sans KR"/>
              </a:defRPr>
            </a:lvl5pPr>
            <a:lvl6pPr algn="l">
              <a:defRPr sz="1350" b="0">
                <a:solidFill>
                  <a:srgbClr val="CCD2D9"/>
                </a:solidFill>
                <a:latin typeface="Noto Sans KR"/>
                <a:ea typeface="Noto Sans KR"/>
                <a:cs typeface="Noto Sans KR"/>
              </a:defRPr>
            </a:lvl6pPr>
            <a:lvl7pPr algn="l">
              <a:defRPr sz="1350" b="0">
                <a:solidFill>
                  <a:srgbClr val="CCD2D9"/>
                </a:solidFill>
                <a:latin typeface="Noto Sans KR"/>
                <a:ea typeface="Noto Sans KR"/>
                <a:cs typeface="Noto Sans KR"/>
              </a:defRPr>
            </a:lvl7pPr>
            <a:lvl8pPr algn="l">
              <a:defRPr sz="1350" b="0">
                <a:solidFill>
                  <a:srgbClr val="CCD2D9"/>
                </a:solidFill>
                <a:latin typeface="Noto Sans KR"/>
                <a:ea typeface="Noto Sans KR"/>
                <a:cs typeface="Noto Sans KR"/>
              </a:defRPr>
            </a:lvl8pPr>
            <a:lvl9pPr algn="l">
              <a:defRPr sz="1350" b="0">
                <a:solidFill>
                  <a:srgbClr val="CCD2D9"/>
                </a:solidFill>
                <a:latin typeface="Noto Sans KR"/>
                <a:ea typeface="Noto Sans KR"/>
                <a:cs typeface="Noto Sans KR"/>
              </a:defRPr>
            </a:lvl9pPr>
          </a:lstStyle>
          <a:p xmlns:a="http://schemas.openxmlformats.org/drawingml/2006/main">
            <a:pPr algn="l">
              <a:defRPr sz="1350" b="0">
                <a:solidFill>
                  <a:srgbClr val="CCD2D9"/>
                </a:solidFill>
                <a:latin typeface="Noto Sans KR"/>
                <a:ea typeface="Noto Sans KR"/>
                <a:cs typeface="Noto Sans KR"/>
              </a:defRPr>
            </a:pPr>
            <a:r>
              <a:rPr sz="1350" b="0">
                <a:solidFill>
                  <a:srgbClr val="CCD2D9"/>
                </a:solidFill>
                <a:latin typeface="Noto Sans KR"/>
                <a:ea typeface="Noto Sans KR"/>
                <a:cs typeface="Noto Sans KR"/>
              </a:rPr>
              <a:t>Aside로 흐름을 탐색하고</a:t>
            </a:r>
          </a:p>
          <a:p xmlns:a="http://schemas.openxmlformats.org/drawingml/2006/main">
            <a:pPr algn="l">
              <a:defRPr sz="1350" b="0">
                <a:solidFill>
                  <a:srgbClr val="CCD2D9"/>
                </a:solidFill>
                <a:latin typeface="Noto Sans KR"/>
                <a:ea typeface="Noto Sans KR"/>
                <a:cs typeface="Noto Sans KR"/>
              </a:defRPr>
            </a:pPr>
            <a:r>
              <a:rPr sz="1350" b="0">
                <a:solidFill>
                  <a:srgbClr val="CCD2D9"/>
                </a:solidFill>
                <a:latin typeface="Noto Sans KR"/>
                <a:ea typeface="Noto Sans KR"/>
                <a:cs typeface="Noto Sans KR"/>
              </a:rPr>
              <a:t>REA 근거를 현업 규칙에 연결</a:t>
            </a:r>
          </a:p>
        </p:txBody>
      </p:sp>
      <p:sp>
        <p:nvSpPr>
          <p:cNvPr id="9" name="">
            <a:extLst xmlns:a="http://schemas.openxmlformats.org/drawingml/2006/main">
              <a:ext uri="{FF2B5EF4-FFF2-40B4-BE49-F238E27FC236}">
                <a16:creationId xmlns:a16="http://schemas.microsoft.com/office/drawing/2014/main" id="{46F7B22F-319D-4B7B-89A5-8111C84A035D}"/>
              </a:ext>
            </a:extLst>
          </p:cNvPr>
          <p:cNvSpPr>
            <a:spLocks xmlns:a="http://schemas.openxmlformats.org/drawingml/2006/main" noGrp="1"/>
          </p:cNvSpPr>
          <p:nvPr/>
        </p:nvSpPr>
        <p:spPr>
          <a:xfrm xmlns:a="http://schemas.openxmlformats.org/drawingml/2006/main">
            <a:off x="3381375" y="3762375"/>
            <a:ext cx="47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3366FF"/>
                </a:solidFill>
                <a:latin typeface="Noto Sans KR"/>
                <a:ea typeface="Noto Sans KR"/>
                <a:cs typeface="Noto Sans KR"/>
              </a:defRPr>
            </a:defPPr>
            <a:lvl1pPr algn="l">
              <a:defRPr sz="2025" b="1">
                <a:solidFill>
                  <a:srgbClr val="3366FF"/>
                </a:solidFill>
                <a:latin typeface="Noto Sans KR"/>
                <a:ea typeface="Noto Sans KR"/>
                <a:cs typeface="Noto Sans KR"/>
              </a:defRPr>
            </a:lvl1pPr>
            <a:lvl2pPr algn="l">
              <a:defRPr sz="2025" b="1">
                <a:solidFill>
                  <a:srgbClr val="3366FF"/>
                </a:solidFill>
                <a:latin typeface="Noto Sans KR"/>
                <a:ea typeface="Noto Sans KR"/>
                <a:cs typeface="Noto Sans KR"/>
              </a:defRPr>
            </a:lvl2pPr>
            <a:lvl3pPr algn="l">
              <a:defRPr sz="2025" b="1">
                <a:solidFill>
                  <a:srgbClr val="3366FF"/>
                </a:solidFill>
                <a:latin typeface="Noto Sans KR"/>
                <a:ea typeface="Noto Sans KR"/>
                <a:cs typeface="Noto Sans KR"/>
              </a:defRPr>
            </a:lvl3pPr>
            <a:lvl4pPr algn="l">
              <a:defRPr sz="2025" b="1">
                <a:solidFill>
                  <a:srgbClr val="3366FF"/>
                </a:solidFill>
                <a:latin typeface="Noto Sans KR"/>
                <a:ea typeface="Noto Sans KR"/>
                <a:cs typeface="Noto Sans KR"/>
              </a:defRPr>
            </a:lvl4pPr>
            <a:lvl5pPr algn="l">
              <a:defRPr sz="2025" b="1">
                <a:solidFill>
                  <a:srgbClr val="3366FF"/>
                </a:solidFill>
                <a:latin typeface="Noto Sans KR"/>
                <a:ea typeface="Noto Sans KR"/>
                <a:cs typeface="Noto Sans KR"/>
              </a:defRPr>
            </a:lvl5pPr>
            <a:lvl6pPr algn="l">
              <a:defRPr sz="2025" b="1">
                <a:solidFill>
                  <a:srgbClr val="3366FF"/>
                </a:solidFill>
                <a:latin typeface="Noto Sans KR"/>
                <a:ea typeface="Noto Sans KR"/>
                <a:cs typeface="Noto Sans KR"/>
              </a:defRPr>
            </a:lvl6pPr>
            <a:lvl7pPr algn="l">
              <a:defRPr sz="2025" b="1">
                <a:solidFill>
                  <a:srgbClr val="3366FF"/>
                </a:solidFill>
                <a:latin typeface="Noto Sans KR"/>
                <a:ea typeface="Noto Sans KR"/>
                <a:cs typeface="Noto Sans KR"/>
              </a:defRPr>
            </a:lvl7pPr>
            <a:lvl8pPr algn="l">
              <a:defRPr sz="2025" b="1">
                <a:solidFill>
                  <a:srgbClr val="3366FF"/>
                </a:solidFill>
                <a:latin typeface="Noto Sans KR"/>
                <a:ea typeface="Noto Sans KR"/>
                <a:cs typeface="Noto Sans KR"/>
              </a:defRPr>
            </a:lvl8pPr>
            <a:lvl9pPr algn="l">
              <a:defRPr sz="2025" b="1">
                <a:solidFill>
                  <a:srgbClr val="3366FF"/>
                </a:solidFill>
                <a:latin typeface="Noto Sans KR"/>
                <a:ea typeface="Noto Sans KR"/>
                <a:cs typeface="Noto Sans KR"/>
              </a:defRPr>
            </a:lvl9pPr>
          </a:lstStyle>
          <a:p xmlns:a="http://schemas.openxmlformats.org/drawingml/2006/main">
            <a:pPr algn="l">
              <a:defRPr sz="2025" b="1">
                <a:solidFill>
                  <a:srgbClr val="3366FF"/>
                </a:solidFill>
                <a:latin typeface="Noto Sans KR"/>
                <a:ea typeface="Noto Sans KR"/>
                <a:cs typeface="Noto Sans KR"/>
              </a:defRPr>
            </a:pPr>
            <a:r>
              <a:rPr sz="2025" b="1">
                <a:solidFill>
                  <a:srgbClr val="3366FF"/>
                </a:solidFill>
                <a:latin typeface="Noto Sans KR"/>
                <a:ea typeface="Noto Sans KR"/>
                <a:cs typeface="Noto Sans KR"/>
              </a:rPr>
              <a:t>02</a:t>
            </a:r>
          </a:p>
        </p:txBody>
      </p:sp>
      <p:sp>
        <p:nvSpPr>
          <p:cNvPr id="10" name="">
            <a:extLst xmlns:a="http://schemas.openxmlformats.org/drawingml/2006/main">
              <a:ext uri="{FF2B5EF4-FFF2-40B4-BE49-F238E27FC236}">
                <a16:creationId xmlns:a16="http://schemas.microsoft.com/office/drawing/2014/main" id="{D80B823D-6466-4F60-ADF9-5891B6C9DF72}"/>
              </a:ext>
            </a:extLst>
          </p:cNvPr>
          <p:cNvSpPr>
            <a:spLocks xmlns:a="http://schemas.openxmlformats.org/drawingml/2006/main" noGrp="1"/>
          </p:cNvSpPr>
          <p:nvPr/>
        </p:nvSpPr>
        <p:spPr>
          <a:xfrm xmlns:a="http://schemas.openxmlformats.org/drawingml/2006/main">
            <a:off x="3381375" y="4219575"/>
            <a:ext cx="2590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FFFFFF"/>
                </a:solidFill>
                <a:latin typeface="Noto Sans KR"/>
                <a:ea typeface="Noto Sans KR"/>
                <a:cs typeface="Noto Sans KR"/>
              </a:defRPr>
            </a:defPPr>
            <a:lvl1pPr algn="l">
              <a:defRPr sz="1725" b="1">
                <a:solidFill>
                  <a:srgbClr val="FFFFFF"/>
                </a:solidFill>
                <a:latin typeface="Noto Sans KR"/>
                <a:ea typeface="Noto Sans KR"/>
                <a:cs typeface="Noto Sans KR"/>
              </a:defRPr>
            </a:lvl1pPr>
            <a:lvl2pPr algn="l">
              <a:defRPr sz="1725" b="1">
                <a:solidFill>
                  <a:srgbClr val="FFFFFF"/>
                </a:solidFill>
                <a:latin typeface="Noto Sans KR"/>
                <a:ea typeface="Noto Sans KR"/>
                <a:cs typeface="Noto Sans KR"/>
              </a:defRPr>
            </a:lvl2pPr>
            <a:lvl3pPr algn="l">
              <a:defRPr sz="1725" b="1">
                <a:solidFill>
                  <a:srgbClr val="FFFFFF"/>
                </a:solidFill>
                <a:latin typeface="Noto Sans KR"/>
                <a:ea typeface="Noto Sans KR"/>
                <a:cs typeface="Noto Sans KR"/>
              </a:defRPr>
            </a:lvl3pPr>
            <a:lvl4pPr algn="l">
              <a:defRPr sz="1725" b="1">
                <a:solidFill>
                  <a:srgbClr val="FFFFFF"/>
                </a:solidFill>
                <a:latin typeface="Noto Sans KR"/>
                <a:ea typeface="Noto Sans KR"/>
                <a:cs typeface="Noto Sans KR"/>
              </a:defRPr>
            </a:lvl4pPr>
            <a:lvl5pPr algn="l">
              <a:defRPr sz="1725" b="1">
                <a:solidFill>
                  <a:srgbClr val="FFFFFF"/>
                </a:solidFill>
                <a:latin typeface="Noto Sans KR"/>
                <a:ea typeface="Noto Sans KR"/>
                <a:cs typeface="Noto Sans KR"/>
              </a:defRPr>
            </a:lvl5pPr>
            <a:lvl6pPr algn="l">
              <a:defRPr sz="1725" b="1">
                <a:solidFill>
                  <a:srgbClr val="FFFFFF"/>
                </a:solidFill>
                <a:latin typeface="Noto Sans KR"/>
                <a:ea typeface="Noto Sans KR"/>
                <a:cs typeface="Noto Sans KR"/>
              </a:defRPr>
            </a:lvl6pPr>
            <a:lvl7pPr algn="l">
              <a:defRPr sz="1725" b="1">
                <a:solidFill>
                  <a:srgbClr val="FFFFFF"/>
                </a:solidFill>
                <a:latin typeface="Noto Sans KR"/>
                <a:ea typeface="Noto Sans KR"/>
                <a:cs typeface="Noto Sans KR"/>
              </a:defRPr>
            </a:lvl7pPr>
            <a:lvl8pPr algn="l">
              <a:defRPr sz="1725" b="1">
                <a:solidFill>
                  <a:srgbClr val="FFFFFF"/>
                </a:solidFill>
                <a:latin typeface="Noto Sans KR"/>
                <a:ea typeface="Noto Sans KR"/>
                <a:cs typeface="Noto Sans KR"/>
              </a:defRPr>
            </a:lvl8pPr>
            <a:lvl9pPr algn="l">
              <a:defRPr sz="1725" b="1">
                <a:solidFill>
                  <a:srgbClr val="FFFFFF"/>
                </a:solidFill>
                <a:latin typeface="Noto Sans KR"/>
                <a:ea typeface="Noto Sans KR"/>
                <a:cs typeface="Noto Sans KR"/>
              </a:defRPr>
            </a:lvl9pPr>
          </a:lstStyle>
          <a:p xmlns:a="http://schemas.openxmlformats.org/drawingml/2006/main">
            <a:pPr algn="l">
              <a:defRPr sz="1725" b="1">
                <a:solidFill>
                  <a:srgbClr val="FFFFFF"/>
                </a:solidFill>
                <a:latin typeface="Noto Sans KR"/>
                <a:ea typeface="Noto Sans KR"/>
                <a:cs typeface="Noto Sans KR"/>
              </a:defRPr>
            </a:pPr>
            <a:r>
              <a:rPr sz="1725" b="1">
                <a:solidFill>
                  <a:srgbClr val="FFFFFF"/>
                </a:solidFill>
                <a:latin typeface="Noto Sans KR"/>
                <a:ea typeface="Noto Sans KR"/>
                <a:cs typeface="Noto Sans KR"/>
              </a:rPr>
              <a:t>사람 승인</a:t>
            </a:r>
          </a:p>
        </p:txBody>
      </p:sp>
      <p:sp>
        <p:nvSpPr>
          <p:cNvPr id="11" name="">
            <a:extLst xmlns:a="http://schemas.openxmlformats.org/drawingml/2006/main">
              <a:ext uri="{FF2B5EF4-FFF2-40B4-BE49-F238E27FC236}">
                <a16:creationId xmlns:a16="http://schemas.microsoft.com/office/drawing/2014/main" id="{C0EC384C-3F0B-49C0-A091-C54A5A43FBD3}"/>
              </a:ext>
            </a:extLst>
          </p:cNvPr>
          <p:cNvSpPr>
            <a:spLocks xmlns:a="http://schemas.openxmlformats.org/drawingml/2006/main" noGrp="1"/>
          </p:cNvSpPr>
          <p:nvPr/>
        </p:nvSpPr>
        <p:spPr>
          <a:xfrm xmlns:a="http://schemas.openxmlformats.org/drawingml/2006/main">
            <a:off x="3381375" y="4781550"/>
            <a:ext cx="25908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CCD2D9"/>
                </a:solidFill>
                <a:latin typeface="Noto Sans KR"/>
                <a:ea typeface="Noto Sans KR"/>
                <a:cs typeface="Noto Sans KR"/>
              </a:defRPr>
            </a:defPPr>
            <a:lvl1pPr algn="l">
              <a:defRPr sz="1350" b="0">
                <a:solidFill>
                  <a:srgbClr val="CCD2D9"/>
                </a:solidFill>
                <a:latin typeface="Noto Sans KR"/>
                <a:ea typeface="Noto Sans KR"/>
                <a:cs typeface="Noto Sans KR"/>
              </a:defRPr>
            </a:lvl1pPr>
            <a:lvl2pPr algn="l">
              <a:defRPr sz="1350" b="0">
                <a:solidFill>
                  <a:srgbClr val="CCD2D9"/>
                </a:solidFill>
                <a:latin typeface="Noto Sans KR"/>
                <a:ea typeface="Noto Sans KR"/>
                <a:cs typeface="Noto Sans KR"/>
              </a:defRPr>
            </a:lvl2pPr>
            <a:lvl3pPr algn="l">
              <a:defRPr sz="1350" b="0">
                <a:solidFill>
                  <a:srgbClr val="CCD2D9"/>
                </a:solidFill>
                <a:latin typeface="Noto Sans KR"/>
                <a:ea typeface="Noto Sans KR"/>
                <a:cs typeface="Noto Sans KR"/>
              </a:defRPr>
            </a:lvl3pPr>
            <a:lvl4pPr algn="l">
              <a:defRPr sz="1350" b="0">
                <a:solidFill>
                  <a:srgbClr val="CCD2D9"/>
                </a:solidFill>
                <a:latin typeface="Noto Sans KR"/>
                <a:ea typeface="Noto Sans KR"/>
                <a:cs typeface="Noto Sans KR"/>
              </a:defRPr>
            </a:lvl4pPr>
            <a:lvl5pPr algn="l">
              <a:defRPr sz="1350" b="0">
                <a:solidFill>
                  <a:srgbClr val="CCD2D9"/>
                </a:solidFill>
                <a:latin typeface="Noto Sans KR"/>
                <a:ea typeface="Noto Sans KR"/>
                <a:cs typeface="Noto Sans KR"/>
              </a:defRPr>
            </a:lvl5pPr>
            <a:lvl6pPr algn="l">
              <a:defRPr sz="1350" b="0">
                <a:solidFill>
                  <a:srgbClr val="CCD2D9"/>
                </a:solidFill>
                <a:latin typeface="Noto Sans KR"/>
                <a:ea typeface="Noto Sans KR"/>
                <a:cs typeface="Noto Sans KR"/>
              </a:defRPr>
            </a:lvl6pPr>
            <a:lvl7pPr algn="l">
              <a:defRPr sz="1350" b="0">
                <a:solidFill>
                  <a:srgbClr val="CCD2D9"/>
                </a:solidFill>
                <a:latin typeface="Noto Sans KR"/>
                <a:ea typeface="Noto Sans KR"/>
                <a:cs typeface="Noto Sans KR"/>
              </a:defRPr>
            </a:lvl7pPr>
            <a:lvl8pPr algn="l">
              <a:defRPr sz="1350" b="0">
                <a:solidFill>
                  <a:srgbClr val="CCD2D9"/>
                </a:solidFill>
                <a:latin typeface="Noto Sans KR"/>
                <a:ea typeface="Noto Sans KR"/>
                <a:cs typeface="Noto Sans KR"/>
              </a:defRPr>
            </a:lvl8pPr>
            <a:lvl9pPr algn="l">
              <a:defRPr sz="1350" b="0">
                <a:solidFill>
                  <a:srgbClr val="CCD2D9"/>
                </a:solidFill>
                <a:latin typeface="Noto Sans KR"/>
                <a:ea typeface="Noto Sans KR"/>
                <a:cs typeface="Noto Sans KR"/>
              </a:defRPr>
            </a:lvl9pPr>
          </a:lstStyle>
          <a:p xmlns:a="http://schemas.openxmlformats.org/drawingml/2006/main">
            <a:pPr algn="l">
              <a:defRPr sz="1350" b="0">
                <a:solidFill>
                  <a:srgbClr val="CCD2D9"/>
                </a:solidFill>
                <a:latin typeface="Noto Sans KR"/>
                <a:ea typeface="Noto Sans KR"/>
                <a:cs typeface="Noto Sans KR"/>
              </a:defRPr>
            </a:pPr>
            <a:r>
              <a:rPr sz="1350" b="0">
                <a:solidFill>
                  <a:srgbClr val="CCD2D9"/>
                </a:solidFill>
                <a:latin typeface="Noto Sans KR"/>
                <a:ea typeface="Noto Sans KR"/>
                <a:cs typeface="Noto Sans KR"/>
              </a:rPr>
              <a:t>업무 명세와 예외·권한을</a:t>
            </a:r>
          </a:p>
          <a:p xmlns:a="http://schemas.openxmlformats.org/drawingml/2006/main">
            <a:pPr algn="l">
              <a:defRPr sz="1350" b="0">
                <a:solidFill>
                  <a:srgbClr val="CCD2D9"/>
                </a:solidFill>
                <a:latin typeface="Noto Sans KR"/>
                <a:ea typeface="Noto Sans KR"/>
                <a:cs typeface="Noto Sans KR"/>
              </a:defRPr>
            </a:pPr>
            <a:r>
              <a:rPr sz="1350" b="0">
                <a:solidFill>
                  <a:srgbClr val="CCD2D9"/>
                </a:solidFill>
                <a:latin typeface="Noto Sans KR"/>
                <a:ea typeface="Noto Sans KR"/>
                <a:cs typeface="Noto Sans KR"/>
              </a:rPr>
              <a:t>확인해 작업 범위 결정</a:t>
            </a:r>
          </a:p>
        </p:txBody>
      </p:sp>
      <p:sp>
        <p:nvSpPr>
          <p:cNvPr id="12" name="">
            <a:extLst xmlns:a="http://schemas.openxmlformats.org/drawingml/2006/main">
              <a:ext uri="{FF2B5EF4-FFF2-40B4-BE49-F238E27FC236}">
                <a16:creationId xmlns:a16="http://schemas.microsoft.com/office/drawing/2014/main" id="{D8C5BEB9-D039-460B-9445-8030706BA93F}"/>
              </a:ext>
            </a:extLst>
          </p:cNvPr>
          <p:cNvSpPr>
            <a:spLocks xmlns:a="http://schemas.openxmlformats.org/drawingml/2006/main" noGrp="1"/>
          </p:cNvSpPr>
          <p:nvPr/>
        </p:nvSpPr>
        <p:spPr>
          <a:xfrm xmlns:a="http://schemas.openxmlformats.org/drawingml/2006/main">
            <a:off x="6153150" y="3762375"/>
            <a:ext cx="47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3366FF"/>
                </a:solidFill>
                <a:latin typeface="Noto Sans KR"/>
                <a:ea typeface="Noto Sans KR"/>
                <a:cs typeface="Noto Sans KR"/>
              </a:defRPr>
            </a:defPPr>
            <a:lvl1pPr algn="l">
              <a:defRPr sz="2025" b="1">
                <a:solidFill>
                  <a:srgbClr val="3366FF"/>
                </a:solidFill>
                <a:latin typeface="Noto Sans KR"/>
                <a:ea typeface="Noto Sans KR"/>
                <a:cs typeface="Noto Sans KR"/>
              </a:defRPr>
            </a:lvl1pPr>
            <a:lvl2pPr algn="l">
              <a:defRPr sz="2025" b="1">
                <a:solidFill>
                  <a:srgbClr val="3366FF"/>
                </a:solidFill>
                <a:latin typeface="Noto Sans KR"/>
                <a:ea typeface="Noto Sans KR"/>
                <a:cs typeface="Noto Sans KR"/>
              </a:defRPr>
            </a:lvl2pPr>
            <a:lvl3pPr algn="l">
              <a:defRPr sz="2025" b="1">
                <a:solidFill>
                  <a:srgbClr val="3366FF"/>
                </a:solidFill>
                <a:latin typeface="Noto Sans KR"/>
                <a:ea typeface="Noto Sans KR"/>
                <a:cs typeface="Noto Sans KR"/>
              </a:defRPr>
            </a:lvl3pPr>
            <a:lvl4pPr algn="l">
              <a:defRPr sz="2025" b="1">
                <a:solidFill>
                  <a:srgbClr val="3366FF"/>
                </a:solidFill>
                <a:latin typeface="Noto Sans KR"/>
                <a:ea typeface="Noto Sans KR"/>
                <a:cs typeface="Noto Sans KR"/>
              </a:defRPr>
            </a:lvl4pPr>
            <a:lvl5pPr algn="l">
              <a:defRPr sz="2025" b="1">
                <a:solidFill>
                  <a:srgbClr val="3366FF"/>
                </a:solidFill>
                <a:latin typeface="Noto Sans KR"/>
                <a:ea typeface="Noto Sans KR"/>
                <a:cs typeface="Noto Sans KR"/>
              </a:defRPr>
            </a:lvl5pPr>
            <a:lvl6pPr algn="l">
              <a:defRPr sz="2025" b="1">
                <a:solidFill>
                  <a:srgbClr val="3366FF"/>
                </a:solidFill>
                <a:latin typeface="Noto Sans KR"/>
                <a:ea typeface="Noto Sans KR"/>
                <a:cs typeface="Noto Sans KR"/>
              </a:defRPr>
            </a:lvl6pPr>
            <a:lvl7pPr algn="l">
              <a:defRPr sz="2025" b="1">
                <a:solidFill>
                  <a:srgbClr val="3366FF"/>
                </a:solidFill>
                <a:latin typeface="Noto Sans KR"/>
                <a:ea typeface="Noto Sans KR"/>
                <a:cs typeface="Noto Sans KR"/>
              </a:defRPr>
            </a:lvl7pPr>
            <a:lvl8pPr algn="l">
              <a:defRPr sz="2025" b="1">
                <a:solidFill>
                  <a:srgbClr val="3366FF"/>
                </a:solidFill>
                <a:latin typeface="Noto Sans KR"/>
                <a:ea typeface="Noto Sans KR"/>
                <a:cs typeface="Noto Sans KR"/>
              </a:defRPr>
            </a:lvl8pPr>
            <a:lvl9pPr algn="l">
              <a:defRPr sz="2025" b="1">
                <a:solidFill>
                  <a:srgbClr val="3366FF"/>
                </a:solidFill>
                <a:latin typeface="Noto Sans KR"/>
                <a:ea typeface="Noto Sans KR"/>
                <a:cs typeface="Noto Sans KR"/>
              </a:defRPr>
            </a:lvl9pPr>
          </a:lstStyle>
          <a:p xmlns:a="http://schemas.openxmlformats.org/drawingml/2006/main">
            <a:pPr algn="l">
              <a:defRPr sz="2025" b="1">
                <a:solidFill>
                  <a:srgbClr val="3366FF"/>
                </a:solidFill>
                <a:latin typeface="Noto Sans KR"/>
                <a:ea typeface="Noto Sans KR"/>
                <a:cs typeface="Noto Sans KR"/>
              </a:defRPr>
            </a:pPr>
            <a:r>
              <a:rPr sz="2025" b="1">
                <a:solidFill>
                  <a:srgbClr val="3366FF"/>
                </a:solidFill>
                <a:latin typeface="Noto Sans KR"/>
                <a:ea typeface="Noto Sans KR"/>
                <a:cs typeface="Noto Sans KR"/>
              </a:rPr>
              <a:t>03</a:t>
            </a:r>
          </a:p>
        </p:txBody>
      </p:sp>
      <p:sp>
        <p:nvSpPr>
          <p:cNvPr id="13" name="">
            <a:extLst xmlns:a="http://schemas.openxmlformats.org/drawingml/2006/main">
              <a:ext uri="{FF2B5EF4-FFF2-40B4-BE49-F238E27FC236}">
                <a16:creationId xmlns:a16="http://schemas.microsoft.com/office/drawing/2014/main" id="{EF07ED45-9E26-431D-81AC-DFE336537F0C}"/>
              </a:ext>
            </a:extLst>
          </p:cNvPr>
          <p:cNvSpPr>
            <a:spLocks xmlns:a="http://schemas.openxmlformats.org/drawingml/2006/main" noGrp="1"/>
          </p:cNvSpPr>
          <p:nvPr/>
        </p:nvSpPr>
        <p:spPr>
          <a:xfrm xmlns:a="http://schemas.openxmlformats.org/drawingml/2006/main">
            <a:off x="6153150" y="4219575"/>
            <a:ext cx="2590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FFFFFF"/>
                </a:solidFill>
                <a:latin typeface="Noto Sans KR"/>
                <a:ea typeface="Noto Sans KR"/>
                <a:cs typeface="Noto Sans KR"/>
              </a:defRPr>
            </a:defPPr>
            <a:lvl1pPr algn="l">
              <a:defRPr sz="1725" b="1">
                <a:solidFill>
                  <a:srgbClr val="FFFFFF"/>
                </a:solidFill>
                <a:latin typeface="Noto Sans KR"/>
                <a:ea typeface="Noto Sans KR"/>
                <a:cs typeface="Noto Sans KR"/>
              </a:defRPr>
            </a:lvl1pPr>
            <a:lvl2pPr algn="l">
              <a:defRPr sz="1725" b="1">
                <a:solidFill>
                  <a:srgbClr val="FFFFFF"/>
                </a:solidFill>
                <a:latin typeface="Noto Sans KR"/>
                <a:ea typeface="Noto Sans KR"/>
                <a:cs typeface="Noto Sans KR"/>
              </a:defRPr>
            </a:lvl2pPr>
            <a:lvl3pPr algn="l">
              <a:defRPr sz="1725" b="1">
                <a:solidFill>
                  <a:srgbClr val="FFFFFF"/>
                </a:solidFill>
                <a:latin typeface="Noto Sans KR"/>
                <a:ea typeface="Noto Sans KR"/>
                <a:cs typeface="Noto Sans KR"/>
              </a:defRPr>
            </a:lvl3pPr>
            <a:lvl4pPr algn="l">
              <a:defRPr sz="1725" b="1">
                <a:solidFill>
                  <a:srgbClr val="FFFFFF"/>
                </a:solidFill>
                <a:latin typeface="Noto Sans KR"/>
                <a:ea typeface="Noto Sans KR"/>
                <a:cs typeface="Noto Sans KR"/>
              </a:defRPr>
            </a:lvl4pPr>
            <a:lvl5pPr algn="l">
              <a:defRPr sz="1725" b="1">
                <a:solidFill>
                  <a:srgbClr val="FFFFFF"/>
                </a:solidFill>
                <a:latin typeface="Noto Sans KR"/>
                <a:ea typeface="Noto Sans KR"/>
                <a:cs typeface="Noto Sans KR"/>
              </a:defRPr>
            </a:lvl5pPr>
            <a:lvl6pPr algn="l">
              <a:defRPr sz="1725" b="1">
                <a:solidFill>
                  <a:srgbClr val="FFFFFF"/>
                </a:solidFill>
                <a:latin typeface="Noto Sans KR"/>
                <a:ea typeface="Noto Sans KR"/>
                <a:cs typeface="Noto Sans KR"/>
              </a:defRPr>
            </a:lvl6pPr>
            <a:lvl7pPr algn="l">
              <a:defRPr sz="1725" b="1">
                <a:solidFill>
                  <a:srgbClr val="FFFFFF"/>
                </a:solidFill>
                <a:latin typeface="Noto Sans KR"/>
                <a:ea typeface="Noto Sans KR"/>
                <a:cs typeface="Noto Sans KR"/>
              </a:defRPr>
            </a:lvl7pPr>
            <a:lvl8pPr algn="l">
              <a:defRPr sz="1725" b="1">
                <a:solidFill>
                  <a:srgbClr val="FFFFFF"/>
                </a:solidFill>
                <a:latin typeface="Noto Sans KR"/>
                <a:ea typeface="Noto Sans KR"/>
                <a:cs typeface="Noto Sans KR"/>
              </a:defRPr>
            </a:lvl8pPr>
            <a:lvl9pPr algn="l">
              <a:defRPr sz="1725" b="1">
                <a:solidFill>
                  <a:srgbClr val="FFFFFF"/>
                </a:solidFill>
                <a:latin typeface="Noto Sans KR"/>
                <a:ea typeface="Noto Sans KR"/>
                <a:cs typeface="Noto Sans KR"/>
              </a:defRPr>
            </a:lvl9pPr>
          </a:lstStyle>
          <a:p xmlns:a="http://schemas.openxmlformats.org/drawingml/2006/main">
            <a:pPr algn="l">
              <a:defRPr sz="1725" b="1">
                <a:solidFill>
                  <a:srgbClr val="FFFFFF"/>
                </a:solidFill>
                <a:latin typeface="Noto Sans KR"/>
                <a:ea typeface="Noto Sans KR"/>
                <a:cs typeface="Noto Sans KR"/>
              </a:defRPr>
            </a:pPr>
            <a:r>
              <a:rPr sz="1725" b="1">
                <a:solidFill>
                  <a:srgbClr val="FFFFFF"/>
                </a:solidFill>
                <a:latin typeface="Noto Sans KR"/>
                <a:ea typeface="Noto Sans KR"/>
                <a:cs typeface="Noto Sans KR"/>
              </a:rPr>
              <a:t>야간 구현·검증</a:t>
            </a:r>
          </a:p>
        </p:txBody>
      </p:sp>
      <p:sp>
        <p:nvSpPr>
          <p:cNvPr id="14" name="">
            <a:extLst xmlns:a="http://schemas.openxmlformats.org/drawingml/2006/main">
              <a:ext uri="{FF2B5EF4-FFF2-40B4-BE49-F238E27FC236}">
                <a16:creationId xmlns:a16="http://schemas.microsoft.com/office/drawing/2014/main" id="{D8C4E191-0183-414C-9A8A-23F097CE7E82}"/>
              </a:ext>
            </a:extLst>
          </p:cNvPr>
          <p:cNvSpPr>
            <a:spLocks xmlns:a="http://schemas.openxmlformats.org/drawingml/2006/main" noGrp="1"/>
          </p:cNvSpPr>
          <p:nvPr/>
        </p:nvSpPr>
        <p:spPr>
          <a:xfrm xmlns:a="http://schemas.openxmlformats.org/drawingml/2006/main">
            <a:off x="6153150" y="4781550"/>
            <a:ext cx="25908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CCD2D9"/>
                </a:solidFill>
                <a:latin typeface="Noto Sans KR"/>
                <a:ea typeface="Noto Sans KR"/>
                <a:cs typeface="Noto Sans KR"/>
              </a:defRPr>
            </a:defPPr>
            <a:lvl1pPr algn="l">
              <a:defRPr sz="1350" b="0">
                <a:solidFill>
                  <a:srgbClr val="CCD2D9"/>
                </a:solidFill>
                <a:latin typeface="Noto Sans KR"/>
                <a:ea typeface="Noto Sans KR"/>
                <a:cs typeface="Noto Sans KR"/>
              </a:defRPr>
            </a:lvl1pPr>
            <a:lvl2pPr algn="l">
              <a:defRPr sz="1350" b="0">
                <a:solidFill>
                  <a:srgbClr val="CCD2D9"/>
                </a:solidFill>
                <a:latin typeface="Noto Sans KR"/>
                <a:ea typeface="Noto Sans KR"/>
                <a:cs typeface="Noto Sans KR"/>
              </a:defRPr>
            </a:lvl2pPr>
            <a:lvl3pPr algn="l">
              <a:defRPr sz="1350" b="0">
                <a:solidFill>
                  <a:srgbClr val="CCD2D9"/>
                </a:solidFill>
                <a:latin typeface="Noto Sans KR"/>
                <a:ea typeface="Noto Sans KR"/>
                <a:cs typeface="Noto Sans KR"/>
              </a:defRPr>
            </a:lvl3pPr>
            <a:lvl4pPr algn="l">
              <a:defRPr sz="1350" b="0">
                <a:solidFill>
                  <a:srgbClr val="CCD2D9"/>
                </a:solidFill>
                <a:latin typeface="Noto Sans KR"/>
                <a:ea typeface="Noto Sans KR"/>
                <a:cs typeface="Noto Sans KR"/>
              </a:defRPr>
            </a:lvl4pPr>
            <a:lvl5pPr algn="l">
              <a:defRPr sz="1350" b="0">
                <a:solidFill>
                  <a:srgbClr val="CCD2D9"/>
                </a:solidFill>
                <a:latin typeface="Noto Sans KR"/>
                <a:ea typeface="Noto Sans KR"/>
                <a:cs typeface="Noto Sans KR"/>
              </a:defRPr>
            </a:lvl5pPr>
            <a:lvl6pPr algn="l">
              <a:defRPr sz="1350" b="0">
                <a:solidFill>
                  <a:srgbClr val="CCD2D9"/>
                </a:solidFill>
                <a:latin typeface="Noto Sans KR"/>
                <a:ea typeface="Noto Sans KR"/>
                <a:cs typeface="Noto Sans KR"/>
              </a:defRPr>
            </a:lvl6pPr>
            <a:lvl7pPr algn="l">
              <a:defRPr sz="1350" b="0">
                <a:solidFill>
                  <a:srgbClr val="CCD2D9"/>
                </a:solidFill>
                <a:latin typeface="Noto Sans KR"/>
                <a:ea typeface="Noto Sans KR"/>
                <a:cs typeface="Noto Sans KR"/>
              </a:defRPr>
            </a:lvl7pPr>
            <a:lvl8pPr algn="l">
              <a:defRPr sz="1350" b="0">
                <a:solidFill>
                  <a:srgbClr val="CCD2D9"/>
                </a:solidFill>
                <a:latin typeface="Noto Sans KR"/>
                <a:ea typeface="Noto Sans KR"/>
                <a:cs typeface="Noto Sans KR"/>
              </a:defRPr>
            </a:lvl8pPr>
            <a:lvl9pPr algn="l">
              <a:defRPr sz="1350" b="0">
                <a:solidFill>
                  <a:srgbClr val="CCD2D9"/>
                </a:solidFill>
                <a:latin typeface="Noto Sans KR"/>
                <a:ea typeface="Noto Sans KR"/>
                <a:cs typeface="Noto Sans KR"/>
              </a:defRPr>
            </a:lvl9pPr>
          </a:lstStyle>
          <a:p xmlns:a="http://schemas.openxmlformats.org/drawingml/2006/main">
            <a:pPr algn="l">
              <a:defRPr sz="1350" b="0">
                <a:solidFill>
                  <a:srgbClr val="CCD2D9"/>
                </a:solidFill>
                <a:latin typeface="Noto Sans KR"/>
                <a:ea typeface="Noto Sans KR"/>
                <a:cs typeface="Noto Sans KR"/>
              </a:defRPr>
            </a:pPr>
            <a:r>
              <a:rPr sz="1350" b="0">
                <a:solidFill>
                  <a:srgbClr val="CCD2D9"/>
                </a:solidFill>
                <a:latin typeface="Noto Sans KR"/>
                <a:ea typeface="Noto Sans KR"/>
                <a:cs typeface="Noto Sans KR"/>
              </a:rPr>
              <a:t>Codex·Claude Code가 격리</a:t>
            </a:r>
          </a:p>
          <a:p xmlns:a="http://schemas.openxmlformats.org/drawingml/2006/main">
            <a:pPr algn="l">
              <a:defRPr sz="1350" b="0">
                <a:solidFill>
                  <a:srgbClr val="CCD2D9"/>
                </a:solidFill>
                <a:latin typeface="Noto Sans KR"/>
                <a:ea typeface="Noto Sans KR"/>
                <a:cs typeface="Noto Sans KR"/>
              </a:defRPr>
            </a:pPr>
            <a:r>
              <a:rPr sz="1350" b="0">
                <a:solidFill>
                  <a:srgbClr val="CCD2D9"/>
                </a:solidFill>
                <a:latin typeface="Noto Sans KR"/>
                <a:ea typeface="Noto Sans KR"/>
                <a:cs typeface="Noto Sans KR"/>
              </a:rPr>
              <a:t>환경에서 구현하고 브라우저 확인</a:t>
            </a:r>
          </a:p>
        </p:txBody>
      </p:sp>
      <p:sp>
        <p:nvSpPr>
          <p:cNvPr id="15" name="">
            <a:extLst xmlns:a="http://schemas.openxmlformats.org/drawingml/2006/main">
              <a:ext uri="{FF2B5EF4-FFF2-40B4-BE49-F238E27FC236}">
                <a16:creationId xmlns:a16="http://schemas.microsoft.com/office/drawing/2014/main" id="{B48F6879-E755-460F-9BC3-AC31C12DA325}"/>
              </a:ext>
            </a:extLst>
          </p:cNvPr>
          <p:cNvSpPr>
            <a:spLocks xmlns:a="http://schemas.openxmlformats.org/drawingml/2006/main" noGrp="1"/>
          </p:cNvSpPr>
          <p:nvPr/>
        </p:nvSpPr>
        <p:spPr>
          <a:xfrm xmlns:a="http://schemas.openxmlformats.org/drawingml/2006/main">
            <a:off x="8924925" y="3762375"/>
            <a:ext cx="47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3366FF"/>
                </a:solidFill>
                <a:latin typeface="Noto Sans KR"/>
                <a:ea typeface="Noto Sans KR"/>
                <a:cs typeface="Noto Sans KR"/>
              </a:defRPr>
            </a:defPPr>
            <a:lvl1pPr algn="l">
              <a:defRPr sz="2025" b="1">
                <a:solidFill>
                  <a:srgbClr val="3366FF"/>
                </a:solidFill>
                <a:latin typeface="Noto Sans KR"/>
                <a:ea typeface="Noto Sans KR"/>
                <a:cs typeface="Noto Sans KR"/>
              </a:defRPr>
            </a:lvl1pPr>
            <a:lvl2pPr algn="l">
              <a:defRPr sz="2025" b="1">
                <a:solidFill>
                  <a:srgbClr val="3366FF"/>
                </a:solidFill>
                <a:latin typeface="Noto Sans KR"/>
                <a:ea typeface="Noto Sans KR"/>
                <a:cs typeface="Noto Sans KR"/>
              </a:defRPr>
            </a:lvl2pPr>
            <a:lvl3pPr algn="l">
              <a:defRPr sz="2025" b="1">
                <a:solidFill>
                  <a:srgbClr val="3366FF"/>
                </a:solidFill>
                <a:latin typeface="Noto Sans KR"/>
                <a:ea typeface="Noto Sans KR"/>
                <a:cs typeface="Noto Sans KR"/>
              </a:defRPr>
            </a:lvl3pPr>
            <a:lvl4pPr algn="l">
              <a:defRPr sz="2025" b="1">
                <a:solidFill>
                  <a:srgbClr val="3366FF"/>
                </a:solidFill>
                <a:latin typeface="Noto Sans KR"/>
                <a:ea typeface="Noto Sans KR"/>
                <a:cs typeface="Noto Sans KR"/>
              </a:defRPr>
            </a:lvl4pPr>
            <a:lvl5pPr algn="l">
              <a:defRPr sz="2025" b="1">
                <a:solidFill>
                  <a:srgbClr val="3366FF"/>
                </a:solidFill>
                <a:latin typeface="Noto Sans KR"/>
                <a:ea typeface="Noto Sans KR"/>
                <a:cs typeface="Noto Sans KR"/>
              </a:defRPr>
            </a:lvl5pPr>
            <a:lvl6pPr algn="l">
              <a:defRPr sz="2025" b="1">
                <a:solidFill>
                  <a:srgbClr val="3366FF"/>
                </a:solidFill>
                <a:latin typeface="Noto Sans KR"/>
                <a:ea typeface="Noto Sans KR"/>
                <a:cs typeface="Noto Sans KR"/>
              </a:defRPr>
            </a:lvl6pPr>
            <a:lvl7pPr algn="l">
              <a:defRPr sz="2025" b="1">
                <a:solidFill>
                  <a:srgbClr val="3366FF"/>
                </a:solidFill>
                <a:latin typeface="Noto Sans KR"/>
                <a:ea typeface="Noto Sans KR"/>
                <a:cs typeface="Noto Sans KR"/>
              </a:defRPr>
            </a:lvl7pPr>
            <a:lvl8pPr algn="l">
              <a:defRPr sz="2025" b="1">
                <a:solidFill>
                  <a:srgbClr val="3366FF"/>
                </a:solidFill>
                <a:latin typeface="Noto Sans KR"/>
                <a:ea typeface="Noto Sans KR"/>
                <a:cs typeface="Noto Sans KR"/>
              </a:defRPr>
            </a:lvl8pPr>
            <a:lvl9pPr algn="l">
              <a:defRPr sz="2025" b="1">
                <a:solidFill>
                  <a:srgbClr val="3366FF"/>
                </a:solidFill>
                <a:latin typeface="Noto Sans KR"/>
                <a:ea typeface="Noto Sans KR"/>
                <a:cs typeface="Noto Sans KR"/>
              </a:defRPr>
            </a:lvl9pPr>
          </a:lstStyle>
          <a:p xmlns:a="http://schemas.openxmlformats.org/drawingml/2006/main">
            <a:pPr algn="l">
              <a:defRPr sz="2025" b="1">
                <a:solidFill>
                  <a:srgbClr val="3366FF"/>
                </a:solidFill>
                <a:latin typeface="Noto Sans KR"/>
                <a:ea typeface="Noto Sans KR"/>
                <a:cs typeface="Noto Sans KR"/>
              </a:defRPr>
            </a:pPr>
            <a:r>
              <a:rPr sz="2025" b="1">
                <a:solidFill>
                  <a:srgbClr val="3366FF"/>
                </a:solidFill>
                <a:latin typeface="Noto Sans KR"/>
                <a:ea typeface="Noto Sans KR"/>
                <a:cs typeface="Noto Sans KR"/>
              </a:rPr>
              <a:t>04</a:t>
            </a:r>
          </a:p>
        </p:txBody>
      </p:sp>
      <p:sp>
        <p:nvSpPr>
          <p:cNvPr id="16" name="">
            <a:extLst xmlns:a="http://schemas.openxmlformats.org/drawingml/2006/main">
              <a:ext uri="{FF2B5EF4-FFF2-40B4-BE49-F238E27FC236}">
                <a16:creationId xmlns:a16="http://schemas.microsoft.com/office/drawing/2014/main" id="{3A6EBE0F-91E8-45A3-ABA2-69FBEDE383F8}"/>
              </a:ext>
            </a:extLst>
          </p:cNvPr>
          <p:cNvSpPr>
            <a:spLocks xmlns:a="http://schemas.openxmlformats.org/drawingml/2006/main" noGrp="1"/>
          </p:cNvSpPr>
          <p:nvPr/>
        </p:nvSpPr>
        <p:spPr>
          <a:xfrm xmlns:a="http://schemas.openxmlformats.org/drawingml/2006/main">
            <a:off x="8924925" y="4219575"/>
            <a:ext cx="2590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FFFFFF"/>
                </a:solidFill>
                <a:latin typeface="Noto Sans KR"/>
                <a:ea typeface="Noto Sans KR"/>
                <a:cs typeface="Noto Sans KR"/>
              </a:defRPr>
            </a:defPPr>
            <a:lvl1pPr algn="l">
              <a:defRPr sz="1725" b="1">
                <a:solidFill>
                  <a:srgbClr val="FFFFFF"/>
                </a:solidFill>
                <a:latin typeface="Noto Sans KR"/>
                <a:ea typeface="Noto Sans KR"/>
                <a:cs typeface="Noto Sans KR"/>
              </a:defRPr>
            </a:lvl1pPr>
            <a:lvl2pPr algn="l">
              <a:defRPr sz="1725" b="1">
                <a:solidFill>
                  <a:srgbClr val="FFFFFF"/>
                </a:solidFill>
                <a:latin typeface="Noto Sans KR"/>
                <a:ea typeface="Noto Sans KR"/>
                <a:cs typeface="Noto Sans KR"/>
              </a:defRPr>
            </a:lvl2pPr>
            <a:lvl3pPr algn="l">
              <a:defRPr sz="1725" b="1">
                <a:solidFill>
                  <a:srgbClr val="FFFFFF"/>
                </a:solidFill>
                <a:latin typeface="Noto Sans KR"/>
                <a:ea typeface="Noto Sans KR"/>
                <a:cs typeface="Noto Sans KR"/>
              </a:defRPr>
            </a:lvl3pPr>
            <a:lvl4pPr algn="l">
              <a:defRPr sz="1725" b="1">
                <a:solidFill>
                  <a:srgbClr val="FFFFFF"/>
                </a:solidFill>
                <a:latin typeface="Noto Sans KR"/>
                <a:ea typeface="Noto Sans KR"/>
                <a:cs typeface="Noto Sans KR"/>
              </a:defRPr>
            </a:lvl4pPr>
            <a:lvl5pPr algn="l">
              <a:defRPr sz="1725" b="1">
                <a:solidFill>
                  <a:srgbClr val="FFFFFF"/>
                </a:solidFill>
                <a:latin typeface="Noto Sans KR"/>
                <a:ea typeface="Noto Sans KR"/>
                <a:cs typeface="Noto Sans KR"/>
              </a:defRPr>
            </a:lvl5pPr>
            <a:lvl6pPr algn="l">
              <a:defRPr sz="1725" b="1">
                <a:solidFill>
                  <a:srgbClr val="FFFFFF"/>
                </a:solidFill>
                <a:latin typeface="Noto Sans KR"/>
                <a:ea typeface="Noto Sans KR"/>
                <a:cs typeface="Noto Sans KR"/>
              </a:defRPr>
            </a:lvl6pPr>
            <a:lvl7pPr algn="l">
              <a:defRPr sz="1725" b="1">
                <a:solidFill>
                  <a:srgbClr val="FFFFFF"/>
                </a:solidFill>
                <a:latin typeface="Noto Sans KR"/>
                <a:ea typeface="Noto Sans KR"/>
                <a:cs typeface="Noto Sans KR"/>
              </a:defRPr>
            </a:lvl7pPr>
            <a:lvl8pPr algn="l">
              <a:defRPr sz="1725" b="1">
                <a:solidFill>
                  <a:srgbClr val="FFFFFF"/>
                </a:solidFill>
                <a:latin typeface="Noto Sans KR"/>
                <a:ea typeface="Noto Sans KR"/>
                <a:cs typeface="Noto Sans KR"/>
              </a:defRPr>
            </a:lvl8pPr>
            <a:lvl9pPr algn="l">
              <a:defRPr sz="1725" b="1">
                <a:solidFill>
                  <a:srgbClr val="FFFFFF"/>
                </a:solidFill>
                <a:latin typeface="Noto Sans KR"/>
                <a:ea typeface="Noto Sans KR"/>
                <a:cs typeface="Noto Sans KR"/>
              </a:defRPr>
            </a:lvl9pPr>
          </a:lstStyle>
          <a:p xmlns:a="http://schemas.openxmlformats.org/drawingml/2006/main">
            <a:pPr algn="l">
              <a:defRPr sz="1725" b="1">
                <a:solidFill>
                  <a:srgbClr val="FFFFFF"/>
                </a:solidFill>
                <a:latin typeface="Noto Sans KR"/>
                <a:ea typeface="Noto Sans KR"/>
                <a:cs typeface="Noto Sans KR"/>
              </a:defRPr>
            </a:pPr>
            <a:r>
              <a:rPr sz="1725" b="1">
                <a:solidFill>
                  <a:srgbClr val="FFFFFF"/>
                </a:solidFill>
                <a:latin typeface="Noto Sans KR"/>
                <a:ea typeface="Noto Sans KR"/>
                <a:cs typeface="Noto Sans KR"/>
              </a:rPr>
              <a:t>다음 날 검토</a:t>
            </a:r>
          </a:p>
        </p:txBody>
      </p:sp>
      <p:sp>
        <p:nvSpPr>
          <p:cNvPr id="17" name="">
            <a:extLst xmlns:a="http://schemas.openxmlformats.org/drawingml/2006/main">
              <a:ext uri="{FF2B5EF4-FFF2-40B4-BE49-F238E27FC236}">
                <a16:creationId xmlns:a16="http://schemas.microsoft.com/office/drawing/2014/main" id="{51921932-8185-45A3-B560-254BE7335CF3}"/>
              </a:ext>
            </a:extLst>
          </p:cNvPr>
          <p:cNvSpPr>
            <a:spLocks xmlns:a="http://schemas.openxmlformats.org/drawingml/2006/main" noGrp="1"/>
          </p:cNvSpPr>
          <p:nvPr/>
        </p:nvSpPr>
        <p:spPr>
          <a:xfrm xmlns:a="http://schemas.openxmlformats.org/drawingml/2006/main">
            <a:off x="8924925" y="4781550"/>
            <a:ext cx="25908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CCD2D9"/>
                </a:solidFill>
                <a:latin typeface="Noto Sans KR"/>
                <a:ea typeface="Noto Sans KR"/>
                <a:cs typeface="Noto Sans KR"/>
              </a:defRPr>
            </a:defPPr>
            <a:lvl1pPr algn="l">
              <a:defRPr sz="1350" b="0">
                <a:solidFill>
                  <a:srgbClr val="CCD2D9"/>
                </a:solidFill>
                <a:latin typeface="Noto Sans KR"/>
                <a:ea typeface="Noto Sans KR"/>
                <a:cs typeface="Noto Sans KR"/>
              </a:defRPr>
            </a:lvl1pPr>
            <a:lvl2pPr algn="l">
              <a:defRPr sz="1350" b="0">
                <a:solidFill>
                  <a:srgbClr val="CCD2D9"/>
                </a:solidFill>
                <a:latin typeface="Noto Sans KR"/>
                <a:ea typeface="Noto Sans KR"/>
                <a:cs typeface="Noto Sans KR"/>
              </a:defRPr>
            </a:lvl2pPr>
            <a:lvl3pPr algn="l">
              <a:defRPr sz="1350" b="0">
                <a:solidFill>
                  <a:srgbClr val="CCD2D9"/>
                </a:solidFill>
                <a:latin typeface="Noto Sans KR"/>
                <a:ea typeface="Noto Sans KR"/>
                <a:cs typeface="Noto Sans KR"/>
              </a:defRPr>
            </a:lvl3pPr>
            <a:lvl4pPr algn="l">
              <a:defRPr sz="1350" b="0">
                <a:solidFill>
                  <a:srgbClr val="CCD2D9"/>
                </a:solidFill>
                <a:latin typeface="Noto Sans KR"/>
                <a:ea typeface="Noto Sans KR"/>
                <a:cs typeface="Noto Sans KR"/>
              </a:defRPr>
            </a:lvl4pPr>
            <a:lvl5pPr algn="l">
              <a:defRPr sz="1350" b="0">
                <a:solidFill>
                  <a:srgbClr val="CCD2D9"/>
                </a:solidFill>
                <a:latin typeface="Noto Sans KR"/>
                <a:ea typeface="Noto Sans KR"/>
                <a:cs typeface="Noto Sans KR"/>
              </a:defRPr>
            </a:lvl5pPr>
            <a:lvl6pPr algn="l">
              <a:defRPr sz="1350" b="0">
                <a:solidFill>
                  <a:srgbClr val="CCD2D9"/>
                </a:solidFill>
                <a:latin typeface="Noto Sans KR"/>
                <a:ea typeface="Noto Sans KR"/>
                <a:cs typeface="Noto Sans KR"/>
              </a:defRPr>
            </a:lvl6pPr>
            <a:lvl7pPr algn="l">
              <a:defRPr sz="1350" b="0">
                <a:solidFill>
                  <a:srgbClr val="CCD2D9"/>
                </a:solidFill>
                <a:latin typeface="Noto Sans KR"/>
                <a:ea typeface="Noto Sans KR"/>
                <a:cs typeface="Noto Sans KR"/>
              </a:defRPr>
            </a:lvl7pPr>
            <a:lvl8pPr algn="l">
              <a:defRPr sz="1350" b="0">
                <a:solidFill>
                  <a:srgbClr val="CCD2D9"/>
                </a:solidFill>
                <a:latin typeface="Noto Sans KR"/>
                <a:ea typeface="Noto Sans KR"/>
                <a:cs typeface="Noto Sans KR"/>
              </a:defRPr>
            </a:lvl8pPr>
            <a:lvl9pPr algn="l">
              <a:defRPr sz="1350" b="0">
                <a:solidFill>
                  <a:srgbClr val="CCD2D9"/>
                </a:solidFill>
                <a:latin typeface="Noto Sans KR"/>
                <a:ea typeface="Noto Sans KR"/>
                <a:cs typeface="Noto Sans KR"/>
              </a:defRPr>
            </a:lvl9pPr>
          </a:lstStyle>
          <a:p xmlns:a="http://schemas.openxmlformats.org/drawingml/2006/main">
            <a:pPr algn="l">
              <a:defRPr sz="1350" b="0">
                <a:solidFill>
                  <a:srgbClr val="CCD2D9"/>
                </a:solidFill>
                <a:latin typeface="Noto Sans KR"/>
                <a:ea typeface="Noto Sans KR"/>
                <a:cs typeface="Noto Sans KR"/>
              </a:defRPr>
            </a:pPr>
            <a:r>
              <a:rPr sz="1350" b="0">
                <a:solidFill>
                  <a:srgbClr val="CCD2D9"/>
                </a:solidFill>
                <a:latin typeface="Noto Sans KR"/>
                <a:ea typeface="Noto Sans KR"/>
                <a:cs typeface="Noto Sans KR"/>
              </a:rPr>
              <a:t>변경안·테스트·미해결 사항을</a:t>
            </a:r>
          </a:p>
          <a:p xmlns:a="http://schemas.openxmlformats.org/drawingml/2006/main">
            <a:pPr algn="l">
              <a:defRPr sz="1350" b="0">
                <a:solidFill>
                  <a:srgbClr val="CCD2D9"/>
                </a:solidFill>
                <a:latin typeface="Noto Sans KR"/>
                <a:ea typeface="Noto Sans KR"/>
                <a:cs typeface="Noto Sans KR"/>
              </a:defRPr>
            </a:pPr>
            <a:r>
              <a:rPr sz="1350" b="0">
                <a:solidFill>
                  <a:srgbClr val="CCD2D9"/>
                </a:solidFill>
                <a:latin typeface="Noto Sans KR"/>
                <a:ea typeface="Noto Sans KR"/>
                <a:cs typeface="Noto Sans KR"/>
              </a:rPr>
              <a:t>사람이 근거로 판단</a:t>
            </a:r>
          </a:p>
        </p:txBody>
      </p:sp>
      <p:sp>
        <p:nvSpPr>
          <p:cNvPr id="18" name="">
            <a:extLst xmlns:a="http://schemas.openxmlformats.org/drawingml/2006/main">
              <a:ext uri="{FF2B5EF4-FFF2-40B4-BE49-F238E27FC236}">
                <a16:creationId xmlns:a16="http://schemas.microsoft.com/office/drawing/2014/main" id="{E0893E34-7E24-4999-A641-6B55D761386F}"/>
              </a:ext>
            </a:extLst>
          </p:cNvPr>
          <p:cNvSpPr>
            <a:spLocks xmlns:a="http://schemas.openxmlformats.org/drawingml/2006/main" noGrp="1"/>
          </p:cNvSpPr>
          <p:nvPr/>
        </p:nvSpPr>
        <p:spPr>
          <a:xfrm xmlns:a="http://schemas.openxmlformats.org/drawingml/2006/main">
            <a:off x="609600" y="635317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B8C7F9"/>
                </a:solidFill>
                <a:latin typeface="Noto Sans KR"/>
                <a:ea typeface="Noto Sans KR"/>
                <a:cs typeface="Noto Sans KR"/>
              </a:defRPr>
            </a:defPPr>
            <a:lvl1pPr algn="l">
              <a:defRPr sz="1050" b="0">
                <a:solidFill>
                  <a:srgbClr val="B8C7F9"/>
                </a:solidFill>
                <a:latin typeface="Noto Sans KR"/>
                <a:ea typeface="Noto Sans KR"/>
                <a:cs typeface="Noto Sans KR"/>
              </a:defRPr>
            </a:lvl1pPr>
            <a:lvl2pPr algn="l">
              <a:defRPr sz="1050" b="0">
                <a:solidFill>
                  <a:srgbClr val="B8C7F9"/>
                </a:solidFill>
                <a:latin typeface="Noto Sans KR"/>
                <a:ea typeface="Noto Sans KR"/>
                <a:cs typeface="Noto Sans KR"/>
              </a:defRPr>
            </a:lvl2pPr>
            <a:lvl3pPr algn="l">
              <a:defRPr sz="1050" b="0">
                <a:solidFill>
                  <a:srgbClr val="B8C7F9"/>
                </a:solidFill>
                <a:latin typeface="Noto Sans KR"/>
                <a:ea typeface="Noto Sans KR"/>
                <a:cs typeface="Noto Sans KR"/>
              </a:defRPr>
            </a:lvl3pPr>
            <a:lvl4pPr algn="l">
              <a:defRPr sz="1050" b="0">
                <a:solidFill>
                  <a:srgbClr val="B8C7F9"/>
                </a:solidFill>
                <a:latin typeface="Noto Sans KR"/>
                <a:ea typeface="Noto Sans KR"/>
                <a:cs typeface="Noto Sans KR"/>
              </a:defRPr>
            </a:lvl4pPr>
            <a:lvl5pPr algn="l">
              <a:defRPr sz="1050" b="0">
                <a:solidFill>
                  <a:srgbClr val="B8C7F9"/>
                </a:solidFill>
                <a:latin typeface="Noto Sans KR"/>
                <a:ea typeface="Noto Sans KR"/>
                <a:cs typeface="Noto Sans KR"/>
              </a:defRPr>
            </a:lvl5pPr>
            <a:lvl6pPr algn="l">
              <a:defRPr sz="1050" b="0">
                <a:solidFill>
                  <a:srgbClr val="B8C7F9"/>
                </a:solidFill>
                <a:latin typeface="Noto Sans KR"/>
                <a:ea typeface="Noto Sans KR"/>
                <a:cs typeface="Noto Sans KR"/>
              </a:defRPr>
            </a:lvl6pPr>
            <a:lvl7pPr algn="l">
              <a:defRPr sz="1050" b="0">
                <a:solidFill>
                  <a:srgbClr val="B8C7F9"/>
                </a:solidFill>
                <a:latin typeface="Noto Sans KR"/>
                <a:ea typeface="Noto Sans KR"/>
                <a:cs typeface="Noto Sans KR"/>
              </a:defRPr>
            </a:lvl7pPr>
            <a:lvl8pPr algn="l">
              <a:defRPr sz="1050" b="0">
                <a:solidFill>
                  <a:srgbClr val="B8C7F9"/>
                </a:solidFill>
                <a:latin typeface="Noto Sans KR"/>
                <a:ea typeface="Noto Sans KR"/>
                <a:cs typeface="Noto Sans KR"/>
              </a:defRPr>
            </a:lvl8pPr>
            <a:lvl9pPr algn="l">
              <a:defRPr sz="1050" b="0">
                <a:solidFill>
                  <a:srgbClr val="B8C7F9"/>
                </a:solidFill>
                <a:latin typeface="Noto Sans KR"/>
                <a:ea typeface="Noto Sans KR"/>
                <a:cs typeface="Noto Sans KR"/>
              </a:defRPr>
            </a:lvl9pPr>
          </a:lstStyle>
          <a:p xmlns:a="http://schemas.openxmlformats.org/drawingml/2006/main">
            <a:pPr algn="l">
              <a:defRPr sz="1050" b="0">
                <a:solidFill>
                  <a:srgbClr val="B8C7F9"/>
                </a:solidFill>
                <a:latin typeface="Noto Sans KR"/>
                <a:ea typeface="Noto Sans KR"/>
                <a:cs typeface="Noto Sans KR"/>
              </a:defRPr>
            </a:pPr>
            <a:r>
              <a:rPr sz="1050" b="0">
                <a:solidFill>
                  <a:srgbClr val="B8C7F9"/>
                </a:solidFill>
                <a:latin typeface="Noto Sans KR"/>
                <a:ea typeface="Noto Sans KR"/>
                <a:cs typeface="Noto Sans KR"/>
              </a:rPr>
              <a:t>차세대 에이전트 친화적 웹 구축 제안</a:t>
            </a:r>
          </a:p>
        </p:txBody>
      </p:sp>
      <p:sp>
        <p:nvSpPr>
          <p:cNvPr id="19" name="">
            <a:extLst xmlns:a="http://schemas.openxmlformats.org/drawingml/2006/main">
              <a:ext uri="{FF2B5EF4-FFF2-40B4-BE49-F238E27FC236}">
                <a16:creationId xmlns:a16="http://schemas.microsoft.com/office/drawing/2014/main" id="{3BB8B93E-BC21-4645-B827-5217576244A3}"/>
              </a:ext>
            </a:extLst>
          </p:cNvPr>
          <p:cNvSpPr>
            <a:spLocks xmlns:a="http://schemas.openxmlformats.org/drawingml/2006/main" noGrp="1"/>
          </p:cNvSpPr>
          <p:nvPr/>
        </p:nvSpPr>
        <p:spPr>
          <a:xfrm xmlns:a="http://schemas.openxmlformats.org/drawingml/2006/main">
            <a:off x="10287000" y="6353175"/>
            <a:ext cx="1276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a:solidFill>
                  <a:srgbClr val="B8C7F9"/>
                </a:solidFill>
                <a:latin typeface="Noto Sans KR"/>
                <a:ea typeface="Noto Sans KR"/>
                <a:cs typeface="Noto Sans KR"/>
              </a:defRPr>
            </a:defPPr>
            <a:lvl1pPr algn="r">
              <a:defRPr sz="1050" b="1">
                <a:solidFill>
                  <a:srgbClr val="B8C7F9"/>
                </a:solidFill>
                <a:latin typeface="Noto Sans KR"/>
                <a:ea typeface="Noto Sans KR"/>
                <a:cs typeface="Noto Sans KR"/>
              </a:defRPr>
            </a:lvl1pPr>
            <a:lvl2pPr algn="r">
              <a:defRPr sz="1050" b="1">
                <a:solidFill>
                  <a:srgbClr val="B8C7F9"/>
                </a:solidFill>
                <a:latin typeface="Noto Sans KR"/>
                <a:ea typeface="Noto Sans KR"/>
                <a:cs typeface="Noto Sans KR"/>
              </a:defRPr>
            </a:lvl2pPr>
            <a:lvl3pPr algn="r">
              <a:defRPr sz="1050" b="1">
                <a:solidFill>
                  <a:srgbClr val="B8C7F9"/>
                </a:solidFill>
                <a:latin typeface="Noto Sans KR"/>
                <a:ea typeface="Noto Sans KR"/>
                <a:cs typeface="Noto Sans KR"/>
              </a:defRPr>
            </a:lvl3pPr>
            <a:lvl4pPr algn="r">
              <a:defRPr sz="1050" b="1">
                <a:solidFill>
                  <a:srgbClr val="B8C7F9"/>
                </a:solidFill>
                <a:latin typeface="Noto Sans KR"/>
                <a:ea typeface="Noto Sans KR"/>
                <a:cs typeface="Noto Sans KR"/>
              </a:defRPr>
            </a:lvl4pPr>
            <a:lvl5pPr algn="r">
              <a:defRPr sz="1050" b="1">
                <a:solidFill>
                  <a:srgbClr val="B8C7F9"/>
                </a:solidFill>
                <a:latin typeface="Noto Sans KR"/>
                <a:ea typeface="Noto Sans KR"/>
                <a:cs typeface="Noto Sans KR"/>
              </a:defRPr>
            </a:lvl5pPr>
            <a:lvl6pPr algn="r">
              <a:defRPr sz="1050" b="1">
                <a:solidFill>
                  <a:srgbClr val="B8C7F9"/>
                </a:solidFill>
                <a:latin typeface="Noto Sans KR"/>
                <a:ea typeface="Noto Sans KR"/>
                <a:cs typeface="Noto Sans KR"/>
              </a:defRPr>
            </a:lvl6pPr>
            <a:lvl7pPr algn="r">
              <a:defRPr sz="1050" b="1">
                <a:solidFill>
                  <a:srgbClr val="B8C7F9"/>
                </a:solidFill>
                <a:latin typeface="Noto Sans KR"/>
                <a:ea typeface="Noto Sans KR"/>
                <a:cs typeface="Noto Sans KR"/>
              </a:defRPr>
            </a:lvl7pPr>
            <a:lvl8pPr algn="r">
              <a:defRPr sz="1050" b="1">
                <a:solidFill>
                  <a:srgbClr val="B8C7F9"/>
                </a:solidFill>
                <a:latin typeface="Noto Sans KR"/>
                <a:ea typeface="Noto Sans KR"/>
                <a:cs typeface="Noto Sans KR"/>
              </a:defRPr>
            </a:lvl8pPr>
            <a:lvl9pPr algn="r">
              <a:defRPr sz="1050" b="1">
                <a:solidFill>
                  <a:srgbClr val="B8C7F9"/>
                </a:solidFill>
                <a:latin typeface="Noto Sans KR"/>
                <a:ea typeface="Noto Sans KR"/>
                <a:cs typeface="Noto Sans KR"/>
              </a:defRPr>
            </a:lvl9pPr>
          </a:lstStyle>
          <a:p xmlns:a="http://schemas.openxmlformats.org/drawingml/2006/main">
            <a:pPr algn="r">
              <a:defRPr sz="1050" b="1">
                <a:solidFill>
                  <a:srgbClr val="B8C7F9"/>
                </a:solidFill>
                <a:latin typeface="Noto Sans KR"/>
                <a:ea typeface="Noto Sans KR"/>
                <a:cs typeface="Noto Sans KR"/>
              </a:defRPr>
            </a:pPr>
            <a:r>
              <a:rPr sz="1050" b="1">
                <a:solidFill>
                  <a:srgbClr val="B8C7F9"/>
                </a:solidFill>
                <a:latin typeface="Noto Sans KR"/>
                <a:ea typeface="Noto Sans KR"/>
                <a:cs typeface="Noto Sans KR"/>
              </a:rPr>
              <a:t>01 / 03</a:t>
            </a:r>
          </a:p>
        </p:txBody>
      </p:sp>
    </p:spTree>
    <p:extLst>
      <p:ext uri="{BB962C8B-B14F-4D97-AF65-F5344CB8AC3E}">
        <p14:creationId xmlns:p14="http://schemas.microsoft.com/office/powerpoint/2010/main" val="16092151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1DB63F9-1C37-4CA4-AF53-5892171400C0}"/>
              </a:ext>
            </a:extLst>
          </p:cNvPr>
          <p:cNvSpPr>
            <a:spLocks xmlns:a="http://schemas.openxmlformats.org/drawingml/2006/main" noGrp="1"/>
          </p:cNvSpPr>
          <p:nvPr/>
        </p:nvSpPr>
        <p:spPr>
          <a:xfrm xmlns:a="http://schemas.openxmlformats.org/drawingml/2006/main">
            <a:off x="609600" y="476250"/>
            <a:ext cx="438150" cy="47625"/>
          </a:xfrm>
          <a:prstGeom xmlns:a="http://schemas.openxmlformats.org/drawingml/2006/main" prst="rect">
            <a:avLst/>
          </a:prstGeom>
          <a:solidFill xmlns:a="http://schemas.openxmlformats.org/drawingml/2006/main">
            <a:srgbClr val="3366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BF6989B-B7FE-4784-B7F6-2DD1189F928A}"/>
              </a:ext>
            </a:extLst>
          </p:cNvPr>
          <p:cNvSpPr>
            <a:spLocks xmlns:a="http://schemas.openxmlformats.org/drawingml/2006/main" noGrp="1"/>
          </p:cNvSpPr>
          <p:nvPr/>
        </p:nvSpPr>
        <p:spPr>
          <a:xfrm xmlns:a="http://schemas.openxmlformats.org/drawingml/2006/main">
            <a:off x="609600" y="800100"/>
            <a:ext cx="106680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450" b="1">
                <a:solidFill>
                  <a:srgbClr val="14191E"/>
                </a:solidFill>
                <a:latin typeface="Noto Sans KR"/>
                <a:ea typeface="Noto Sans KR"/>
                <a:cs typeface="Noto Sans KR"/>
              </a:defRPr>
            </a:defPPr>
            <a:lvl1pPr algn="l">
              <a:defRPr sz="3450" b="1">
                <a:solidFill>
                  <a:srgbClr val="14191E"/>
                </a:solidFill>
                <a:latin typeface="Noto Sans KR"/>
                <a:ea typeface="Noto Sans KR"/>
                <a:cs typeface="Noto Sans KR"/>
              </a:defRPr>
            </a:lvl1pPr>
            <a:lvl2pPr algn="l">
              <a:defRPr sz="3450" b="1">
                <a:solidFill>
                  <a:srgbClr val="14191E"/>
                </a:solidFill>
                <a:latin typeface="Noto Sans KR"/>
                <a:ea typeface="Noto Sans KR"/>
                <a:cs typeface="Noto Sans KR"/>
              </a:defRPr>
            </a:lvl2pPr>
            <a:lvl3pPr algn="l">
              <a:defRPr sz="3450" b="1">
                <a:solidFill>
                  <a:srgbClr val="14191E"/>
                </a:solidFill>
                <a:latin typeface="Noto Sans KR"/>
                <a:ea typeface="Noto Sans KR"/>
                <a:cs typeface="Noto Sans KR"/>
              </a:defRPr>
            </a:lvl3pPr>
            <a:lvl4pPr algn="l">
              <a:defRPr sz="3450" b="1">
                <a:solidFill>
                  <a:srgbClr val="14191E"/>
                </a:solidFill>
                <a:latin typeface="Noto Sans KR"/>
                <a:ea typeface="Noto Sans KR"/>
                <a:cs typeface="Noto Sans KR"/>
              </a:defRPr>
            </a:lvl4pPr>
            <a:lvl5pPr algn="l">
              <a:defRPr sz="3450" b="1">
                <a:solidFill>
                  <a:srgbClr val="14191E"/>
                </a:solidFill>
                <a:latin typeface="Noto Sans KR"/>
                <a:ea typeface="Noto Sans KR"/>
                <a:cs typeface="Noto Sans KR"/>
              </a:defRPr>
            </a:lvl5pPr>
            <a:lvl6pPr algn="l">
              <a:defRPr sz="3450" b="1">
                <a:solidFill>
                  <a:srgbClr val="14191E"/>
                </a:solidFill>
                <a:latin typeface="Noto Sans KR"/>
                <a:ea typeface="Noto Sans KR"/>
                <a:cs typeface="Noto Sans KR"/>
              </a:defRPr>
            </a:lvl6pPr>
            <a:lvl7pPr algn="l">
              <a:defRPr sz="3450" b="1">
                <a:solidFill>
                  <a:srgbClr val="14191E"/>
                </a:solidFill>
                <a:latin typeface="Noto Sans KR"/>
                <a:ea typeface="Noto Sans KR"/>
                <a:cs typeface="Noto Sans KR"/>
              </a:defRPr>
            </a:lvl7pPr>
            <a:lvl8pPr algn="l">
              <a:defRPr sz="3450" b="1">
                <a:solidFill>
                  <a:srgbClr val="14191E"/>
                </a:solidFill>
                <a:latin typeface="Noto Sans KR"/>
                <a:ea typeface="Noto Sans KR"/>
                <a:cs typeface="Noto Sans KR"/>
              </a:defRPr>
            </a:lvl8pPr>
            <a:lvl9pPr algn="l">
              <a:defRPr sz="3450" b="1">
                <a:solidFill>
                  <a:srgbClr val="14191E"/>
                </a:solidFill>
                <a:latin typeface="Noto Sans KR"/>
                <a:ea typeface="Noto Sans KR"/>
                <a:cs typeface="Noto Sans KR"/>
              </a:defRPr>
            </a:lvl9pPr>
          </a:lstStyle>
          <a:p xmlns:a="http://schemas.openxmlformats.org/drawingml/2006/main">
            <a:pPr algn="l">
              <a:defRPr sz="3450" b="1">
                <a:solidFill>
                  <a:srgbClr val="14191E"/>
                </a:solidFill>
                <a:latin typeface="Noto Sans KR"/>
                <a:ea typeface="Noto Sans KR"/>
                <a:cs typeface="Noto Sans KR"/>
              </a:defRPr>
            </a:pPr>
            <a:r>
              <a:rPr sz="3450" b="1">
                <a:solidFill>
                  <a:srgbClr val="14191E"/>
                </a:solidFill>
                <a:latin typeface="Noto Sans KR"/>
                <a:ea typeface="Noto Sans KR"/>
                <a:cs typeface="Noto Sans KR"/>
              </a:rPr>
              <a:t>담당자는 바뀌어도 지식은 남고,</a:t>
            </a:r>
          </a:p>
          <a:p xmlns:a="http://schemas.openxmlformats.org/drawingml/2006/main">
            <a:pPr algn="l">
              <a:defRPr sz="3450" b="1">
                <a:solidFill>
                  <a:srgbClr val="14191E"/>
                </a:solidFill>
                <a:latin typeface="Noto Sans KR"/>
                <a:ea typeface="Noto Sans KR"/>
                <a:cs typeface="Noto Sans KR"/>
              </a:defRPr>
            </a:pPr>
            <a:r>
              <a:rPr sz="3450" b="1">
                <a:solidFill>
                  <a:srgbClr val="14191E"/>
                </a:solidFill>
                <a:latin typeface="Noto Sans KR"/>
                <a:ea typeface="Noto Sans KR"/>
                <a:cs typeface="Noto Sans KR"/>
              </a:rPr>
              <a:t>유지보수는 이어진다</a:t>
            </a:r>
          </a:p>
        </p:txBody>
      </p:sp>
      <p:sp>
        <p:nvSpPr>
          <p:cNvPr id="3" name="">
            <a:extLst xmlns:a="http://schemas.openxmlformats.org/drawingml/2006/main">
              <a:ext uri="{FF2B5EF4-FFF2-40B4-BE49-F238E27FC236}">
                <a16:creationId xmlns:a16="http://schemas.microsoft.com/office/drawing/2014/main" id="{1BF373CC-5D65-47C6-A8B6-B5D7B73713E8}"/>
              </a:ext>
            </a:extLst>
          </p:cNvPr>
          <p:cNvSpPr>
            <a:spLocks xmlns:a="http://schemas.openxmlformats.org/drawingml/2006/main" noGrp="1"/>
          </p:cNvSpPr>
          <p:nvPr/>
        </p:nvSpPr>
        <p:spPr>
          <a:xfrm xmlns:a="http://schemas.openxmlformats.org/drawingml/2006/main">
            <a:off x="609600" y="2066925"/>
            <a:ext cx="1076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0">
                <a:solidFill>
                  <a:srgbClr val="3366FF"/>
                </a:solidFill>
                <a:latin typeface="Noto Sans KR"/>
                <a:ea typeface="Noto Sans KR"/>
                <a:cs typeface="Noto Sans KR"/>
              </a:defRPr>
            </a:defPPr>
            <a:lvl1pPr algn="l">
              <a:defRPr sz="1875" b="0">
                <a:solidFill>
                  <a:srgbClr val="3366FF"/>
                </a:solidFill>
                <a:latin typeface="Noto Sans KR"/>
                <a:ea typeface="Noto Sans KR"/>
                <a:cs typeface="Noto Sans KR"/>
              </a:defRPr>
            </a:lvl1pPr>
            <a:lvl2pPr algn="l">
              <a:defRPr sz="1875" b="0">
                <a:solidFill>
                  <a:srgbClr val="3366FF"/>
                </a:solidFill>
                <a:latin typeface="Noto Sans KR"/>
                <a:ea typeface="Noto Sans KR"/>
                <a:cs typeface="Noto Sans KR"/>
              </a:defRPr>
            </a:lvl2pPr>
            <a:lvl3pPr algn="l">
              <a:defRPr sz="1875" b="0">
                <a:solidFill>
                  <a:srgbClr val="3366FF"/>
                </a:solidFill>
                <a:latin typeface="Noto Sans KR"/>
                <a:ea typeface="Noto Sans KR"/>
                <a:cs typeface="Noto Sans KR"/>
              </a:defRPr>
            </a:lvl3pPr>
            <a:lvl4pPr algn="l">
              <a:defRPr sz="1875" b="0">
                <a:solidFill>
                  <a:srgbClr val="3366FF"/>
                </a:solidFill>
                <a:latin typeface="Noto Sans KR"/>
                <a:ea typeface="Noto Sans KR"/>
                <a:cs typeface="Noto Sans KR"/>
              </a:defRPr>
            </a:lvl4pPr>
            <a:lvl5pPr algn="l">
              <a:defRPr sz="1875" b="0">
                <a:solidFill>
                  <a:srgbClr val="3366FF"/>
                </a:solidFill>
                <a:latin typeface="Noto Sans KR"/>
                <a:ea typeface="Noto Sans KR"/>
                <a:cs typeface="Noto Sans KR"/>
              </a:defRPr>
            </a:lvl5pPr>
            <a:lvl6pPr algn="l">
              <a:defRPr sz="1875" b="0">
                <a:solidFill>
                  <a:srgbClr val="3366FF"/>
                </a:solidFill>
                <a:latin typeface="Noto Sans KR"/>
                <a:ea typeface="Noto Sans KR"/>
                <a:cs typeface="Noto Sans KR"/>
              </a:defRPr>
            </a:lvl6pPr>
            <a:lvl7pPr algn="l">
              <a:defRPr sz="1875" b="0">
                <a:solidFill>
                  <a:srgbClr val="3366FF"/>
                </a:solidFill>
                <a:latin typeface="Noto Sans KR"/>
                <a:ea typeface="Noto Sans KR"/>
                <a:cs typeface="Noto Sans KR"/>
              </a:defRPr>
            </a:lvl7pPr>
            <a:lvl8pPr algn="l">
              <a:defRPr sz="1875" b="0">
                <a:solidFill>
                  <a:srgbClr val="3366FF"/>
                </a:solidFill>
                <a:latin typeface="Noto Sans KR"/>
                <a:ea typeface="Noto Sans KR"/>
                <a:cs typeface="Noto Sans KR"/>
              </a:defRPr>
            </a:lvl8pPr>
            <a:lvl9pPr algn="l">
              <a:defRPr sz="1875" b="0">
                <a:solidFill>
                  <a:srgbClr val="3366FF"/>
                </a:solidFill>
                <a:latin typeface="Noto Sans KR"/>
                <a:ea typeface="Noto Sans KR"/>
                <a:cs typeface="Noto Sans KR"/>
              </a:defRPr>
            </a:lvl9pPr>
          </a:lstStyle>
          <a:p xmlns:a="http://schemas.openxmlformats.org/drawingml/2006/main">
            <a:pPr algn="l">
              <a:defRPr sz="1875" b="0">
                <a:solidFill>
                  <a:srgbClr val="3366FF"/>
                </a:solidFill>
                <a:latin typeface="Noto Sans KR"/>
                <a:ea typeface="Noto Sans KR"/>
                <a:cs typeface="Noto Sans KR"/>
              </a:defRPr>
            </a:pPr>
            <a:r>
              <a:rPr sz="1875" b="0">
                <a:solidFill>
                  <a:srgbClr val="3366FF"/>
                </a:solidFill>
                <a:latin typeface="Noto Sans KR"/>
                <a:ea typeface="Noto Sans KR"/>
                <a:cs typeface="Noto Sans KR"/>
              </a:rPr>
              <a:t>사람과 에이전트가 같은 업무 지식과 검증 근거를 사용한다</a:t>
            </a:r>
          </a:p>
        </p:txBody>
      </p:sp>
      <p:sp>
        <p:nvSpPr>
          <p:cNvPr id="4" name="">
            <a:extLst xmlns:a="http://schemas.openxmlformats.org/drawingml/2006/main">
              <a:ext uri="{FF2B5EF4-FFF2-40B4-BE49-F238E27FC236}">
                <a16:creationId xmlns:a16="http://schemas.microsoft.com/office/drawing/2014/main" id="{E69E6B8D-6091-4D50-B9D8-4BE9DEC3E500}"/>
              </a:ext>
            </a:extLst>
          </p:cNvPr>
          <p:cNvSpPr>
            <a:spLocks xmlns:a="http://schemas.openxmlformats.org/drawingml/2006/main" noGrp="1"/>
          </p:cNvSpPr>
          <p:nvPr/>
        </p:nvSpPr>
        <p:spPr>
          <a:xfrm xmlns:a="http://schemas.openxmlformats.org/drawingml/2006/main">
            <a:off x="609600" y="2895600"/>
            <a:ext cx="10953750" cy="9525"/>
          </a:xfrm>
          <a:prstGeom xmlns:a="http://schemas.openxmlformats.org/drawingml/2006/main" prst="rect">
            <a:avLst/>
          </a:prstGeom>
          <a:solidFill xmlns:a="http://schemas.openxmlformats.org/drawingml/2006/main">
            <a:srgbClr val="DDE2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618CAB3-1007-4086-903E-53C2FA07126D}"/>
              </a:ext>
            </a:extLst>
          </p:cNvPr>
          <p:cNvSpPr>
            <a:spLocks xmlns:a="http://schemas.openxmlformats.org/drawingml/2006/main" noGrp="1"/>
          </p:cNvSpPr>
          <p:nvPr/>
        </p:nvSpPr>
        <p:spPr>
          <a:xfrm xmlns:a="http://schemas.openxmlformats.org/drawingml/2006/main">
            <a:off x="609600" y="3019425"/>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4191E"/>
                </a:solidFill>
                <a:latin typeface="Noto Sans KR"/>
                <a:ea typeface="Noto Sans KR"/>
                <a:cs typeface="Noto Sans KR"/>
              </a:defRPr>
            </a:defPPr>
            <a:lvl1pPr algn="l">
              <a:defRPr sz="1725" b="1">
                <a:solidFill>
                  <a:srgbClr val="14191E"/>
                </a:solidFill>
                <a:latin typeface="Noto Sans KR"/>
                <a:ea typeface="Noto Sans KR"/>
                <a:cs typeface="Noto Sans KR"/>
              </a:defRPr>
            </a:lvl1pPr>
            <a:lvl2pPr algn="l">
              <a:defRPr sz="1725" b="1">
                <a:solidFill>
                  <a:srgbClr val="14191E"/>
                </a:solidFill>
                <a:latin typeface="Noto Sans KR"/>
                <a:ea typeface="Noto Sans KR"/>
                <a:cs typeface="Noto Sans KR"/>
              </a:defRPr>
            </a:lvl2pPr>
            <a:lvl3pPr algn="l">
              <a:defRPr sz="1725" b="1">
                <a:solidFill>
                  <a:srgbClr val="14191E"/>
                </a:solidFill>
                <a:latin typeface="Noto Sans KR"/>
                <a:ea typeface="Noto Sans KR"/>
                <a:cs typeface="Noto Sans KR"/>
              </a:defRPr>
            </a:lvl3pPr>
            <a:lvl4pPr algn="l">
              <a:defRPr sz="1725" b="1">
                <a:solidFill>
                  <a:srgbClr val="14191E"/>
                </a:solidFill>
                <a:latin typeface="Noto Sans KR"/>
                <a:ea typeface="Noto Sans KR"/>
                <a:cs typeface="Noto Sans KR"/>
              </a:defRPr>
            </a:lvl4pPr>
            <a:lvl5pPr algn="l">
              <a:defRPr sz="1725" b="1">
                <a:solidFill>
                  <a:srgbClr val="14191E"/>
                </a:solidFill>
                <a:latin typeface="Noto Sans KR"/>
                <a:ea typeface="Noto Sans KR"/>
                <a:cs typeface="Noto Sans KR"/>
              </a:defRPr>
            </a:lvl5pPr>
            <a:lvl6pPr algn="l">
              <a:defRPr sz="1725" b="1">
                <a:solidFill>
                  <a:srgbClr val="14191E"/>
                </a:solidFill>
                <a:latin typeface="Noto Sans KR"/>
                <a:ea typeface="Noto Sans KR"/>
                <a:cs typeface="Noto Sans KR"/>
              </a:defRPr>
            </a:lvl6pPr>
            <a:lvl7pPr algn="l">
              <a:defRPr sz="1725" b="1">
                <a:solidFill>
                  <a:srgbClr val="14191E"/>
                </a:solidFill>
                <a:latin typeface="Noto Sans KR"/>
                <a:ea typeface="Noto Sans KR"/>
                <a:cs typeface="Noto Sans KR"/>
              </a:defRPr>
            </a:lvl7pPr>
            <a:lvl8pPr algn="l">
              <a:defRPr sz="1725" b="1">
                <a:solidFill>
                  <a:srgbClr val="14191E"/>
                </a:solidFill>
                <a:latin typeface="Noto Sans KR"/>
                <a:ea typeface="Noto Sans KR"/>
                <a:cs typeface="Noto Sans KR"/>
              </a:defRPr>
            </a:lvl8pPr>
            <a:lvl9pPr algn="l">
              <a:defRPr sz="1725" b="1">
                <a:solidFill>
                  <a:srgbClr val="14191E"/>
                </a:solidFill>
                <a:latin typeface="Noto Sans KR"/>
                <a:ea typeface="Noto Sans KR"/>
                <a:cs typeface="Noto Sans KR"/>
              </a:defRPr>
            </a:lvl9pPr>
          </a:lstStyle>
          <a:p xmlns:a="http://schemas.openxmlformats.org/drawingml/2006/main">
            <a:pPr algn="l">
              <a:defRPr sz="1725" b="1">
                <a:solidFill>
                  <a:srgbClr val="14191E"/>
                </a:solidFill>
                <a:latin typeface="Noto Sans KR"/>
                <a:ea typeface="Noto Sans KR"/>
                <a:cs typeface="Noto Sans KR"/>
              </a:defRPr>
            </a:pPr>
            <a:r>
              <a:rPr sz="1725" b="1">
                <a:solidFill>
                  <a:srgbClr val="14191E"/>
                </a:solidFill>
                <a:latin typeface="Noto Sans KR"/>
                <a:ea typeface="Noto Sans KR"/>
                <a:cs typeface="Noto Sans KR"/>
              </a:rPr>
              <a:t>공통 업무 규칙</a:t>
            </a:r>
          </a:p>
        </p:txBody>
      </p:sp>
      <p:sp>
        <p:nvSpPr>
          <p:cNvPr id="6" name="">
            <a:extLst xmlns:a="http://schemas.openxmlformats.org/drawingml/2006/main">
              <a:ext uri="{FF2B5EF4-FFF2-40B4-BE49-F238E27FC236}">
                <a16:creationId xmlns:a16="http://schemas.microsoft.com/office/drawing/2014/main" id="{3542E77E-5863-43D3-9E59-29497F9FD27B}"/>
              </a:ext>
            </a:extLst>
          </p:cNvPr>
          <p:cNvSpPr>
            <a:spLocks xmlns:a="http://schemas.openxmlformats.org/drawingml/2006/main" noGrp="1"/>
          </p:cNvSpPr>
          <p:nvPr/>
        </p:nvSpPr>
        <p:spPr>
          <a:xfrm xmlns:a="http://schemas.openxmlformats.org/drawingml/2006/main">
            <a:off x="3238500" y="3019425"/>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414B58"/>
                </a:solidFill>
                <a:latin typeface="Noto Sans KR"/>
                <a:ea typeface="Noto Sans KR"/>
                <a:cs typeface="Noto Sans KR"/>
              </a:defRPr>
            </a:defPPr>
            <a:lvl1pPr algn="l">
              <a:defRPr sz="1575" b="0">
                <a:solidFill>
                  <a:srgbClr val="414B58"/>
                </a:solidFill>
                <a:latin typeface="Noto Sans KR"/>
                <a:ea typeface="Noto Sans KR"/>
                <a:cs typeface="Noto Sans KR"/>
              </a:defRPr>
            </a:lvl1pPr>
            <a:lvl2pPr algn="l">
              <a:defRPr sz="1575" b="0">
                <a:solidFill>
                  <a:srgbClr val="414B58"/>
                </a:solidFill>
                <a:latin typeface="Noto Sans KR"/>
                <a:ea typeface="Noto Sans KR"/>
                <a:cs typeface="Noto Sans KR"/>
              </a:defRPr>
            </a:lvl2pPr>
            <a:lvl3pPr algn="l">
              <a:defRPr sz="1575" b="0">
                <a:solidFill>
                  <a:srgbClr val="414B58"/>
                </a:solidFill>
                <a:latin typeface="Noto Sans KR"/>
                <a:ea typeface="Noto Sans KR"/>
                <a:cs typeface="Noto Sans KR"/>
              </a:defRPr>
            </a:lvl3pPr>
            <a:lvl4pPr algn="l">
              <a:defRPr sz="1575" b="0">
                <a:solidFill>
                  <a:srgbClr val="414B58"/>
                </a:solidFill>
                <a:latin typeface="Noto Sans KR"/>
                <a:ea typeface="Noto Sans KR"/>
                <a:cs typeface="Noto Sans KR"/>
              </a:defRPr>
            </a:lvl4pPr>
            <a:lvl5pPr algn="l">
              <a:defRPr sz="1575" b="0">
                <a:solidFill>
                  <a:srgbClr val="414B58"/>
                </a:solidFill>
                <a:latin typeface="Noto Sans KR"/>
                <a:ea typeface="Noto Sans KR"/>
                <a:cs typeface="Noto Sans KR"/>
              </a:defRPr>
            </a:lvl5pPr>
            <a:lvl6pPr algn="l">
              <a:defRPr sz="1575" b="0">
                <a:solidFill>
                  <a:srgbClr val="414B58"/>
                </a:solidFill>
                <a:latin typeface="Noto Sans KR"/>
                <a:ea typeface="Noto Sans KR"/>
                <a:cs typeface="Noto Sans KR"/>
              </a:defRPr>
            </a:lvl6pPr>
            <a:lvl7pPr algn="l">
              <a:defRPr sz="1575" b="0">
                <a:solidFill>
                  <a:srgbClr val="414B58"/>
                </a:solidFill>
                <a:latin typeface="Noto Sans KR"/>
                <a:ea typeface="Noto Sans KR"/>
                <a:cs typeface="Noto Sans KR"/>
              </a:defRPr>
            </a:lvl7pPr>
            <a:lvl8pPr algn="l">
              <a:defRPr sz="1575" b="0">
                <a:solidFill>
                  <a:srgbClr val="414B58"/>
                </a:solidFill>
                <a:latin typeface="Noto Sans KR"/>
                <a:ea typeface="Noto Sans KR"/>
                <a:cs typeface="Noto Sans KR"/>
              </a:defRPr>
            </a:lvl8pPr>
            <a:lvl9pPr algn="l">
              <a:defRPr sz="1575" b="0">
                <a:solidFill>
                  <a:srgbClr val="414B58"/>
                </a:solidFill>
                <a:latin typeface="Noto Sans KR"/>
                <a:ea typeface="Noto Sans KR"/>
                <a:cs typeface="Noto Sans KR"/>
              </a:defRPr>
            </a:lvl9pPr>
          </a:lstStyle>
          <a:p xmlns:a="http://schemas.openxmlformats.org/drawingml/2006/main">
            <a:pPr algn="l">
              <a:defRPr sz="1575" b="0">
                <a:solidFill>
                  <a:srgbClr val="414B58"/>
                </a:solidFill>
                <a:latin typeface="Noto Sans KR"/>
                <a:ea typeface="Noto Sans KR"/>
                <a:cs typeface="Noto Sans KR"/>
              </a:defRPr>
            </a:pPr>
            <a:r>
              <a:rPr sz="1575" b="0">
                <a:solidFill>
                  <a:srgbClr val="414B58"/>
                </a:solidFill>
                <a:latin typeface="Noto Sans KR"/>
                <a:ea typeface="Noto Sans KR"/>
                <a:cs typeface="Noto Sans KR"/>
              </a:rPr>
              <a:t>사람 UI와 에이전트 API가 같은 서비스·권한·승인 기준을 사용</a:t>
            </a:r>
          </a:p>
        </p:txBody>
      </p:sp>
      <p:sp>
        <p:nvSpPr>
          <p:cNvPr id="7" name="">
            <a:extLst xmlns:a="http://schemas.openxmlformats.org/drawingml/2006/main">
              <a:ext uri="{FF2B5EF4-FFF2-40B4-BE49-F238E27FC236}">
                <a16:creationId xmlns:a16="http://schemas.microsoft.com/office/drawing/2014/main" id="{5AA87113-7200-49B0-B3EA-06B02E8A27F0}"/>
              </a:ext>
            </a:extLst>
          </p:cNvPr>
          <p:cNvSpPr>
            <a:spLocks xmlns:a="http://schemas.openxmlformats.org/drawingml/2006/main" noGrp="1"/>
          </p:cNvSpPr>
          <p:nvPr/>
        </p:nvSpPr>
        <p:spPr>
          <a:xfrm xmlns:a="http://schemas.openxmlformats.org/drawingml/2006/main">
            <a:off x="609600" y="3619500"/>
            <a:ext cx="10953750" cy="9525"/>
          </a:xfrm>
          <a:prstGeom xmlns:a="http://schemas.openxmlformats.org/drawingml/2006/main" prst="rect">
            <a:avLst/>
          </a:prstGeom>
          <a:solidFill xmlns:a="http://schemas.openxmlformats.org/drawingml/2006/main">
            <a:srgbClr val="DDE2E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215B6A4-4893-4E9E-947C-5A4389238822}"/>
              </a:ext>
            </a:extLst>
          </p:cNvPr>
          <p:cNvSpPr>
            <a:spLocks xmlns:a="http://schemas.openxmlformats.org/drawingml/2006/main" noGrp="1"/>
          </p:cNvSpPr>
          <p:nvPr/>
        </p:nvSpPr>
        <p:spPr>
          <a:xfrm xmlns:a="http://schemas.openxmlformats.org/drawingml/2006/main">
            <a:off x="609600" y="3743325"/>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4191E"/>
                </a:solidFill>
                <a:latin typeface="Noto Sans KR"/>
                <a:ea typeface="Noto Sans KR"/>
                <a:cs typeface="Noto Sans KR"/>
              </a:defRPr>
            </a:defPPr>
            <a:lvl1pPr algn="l">
              <a:defRPr sz="1725" b="1">
                <a:solidFill>
                  <a:srgbClr val="14191E"/>
                </a:solidFill>
                <a:latin typeface="Noto Sans KR"/>
                <a:ea typeface="Noto Sans KR"/>
                <a:cs typeface="Noto Sans KR"/>
              </a:defRPr>
            </a:lvl1pPr>
            <a:lvl2pPr algn="l">
              <a:defRPr sz="1725" b="1">
                <a:solidFill>
                  <a:srgbClr val="14191E"/>
                </a:solidFill>
                <a:latin typeface="Noto Sans KR"/>
                <a:ea typeface="Noto Sans KR"/>
                <a:cs typeface="Noto Sans KR"/>
              </a:defRPr>
            </a:lvl2pPr>
            <a:lvl3pPr algn="l">
              <a:defRPr sz="1725" b="1">
                <a:solidFill>
                  <a:srgbClr val="14191E"/>
                </a:solidFill>
                <a:latin typeface="Noto Sans KR"/>
                <a:ea typeface="Noto Sans KR"/>
                <a:cs typeface="Noto Sans KR"/>
              </a:defRPr>
            </a:lvl3pPr>
            <a:lvl4pPr algn="l">
              <a:defRPr sz="1725" b="1">
                <a:solidFill>
                  <a:srgbClr val="14191E"/>
                </a:solidFill>
                <a:latin typeface="Noto Sans KR"/>
                <a:ea typeface="Noto Sans KR"/>
                <a:cs typeface="Noto Sans KR"/>
              </a:defRPr>
            </a:lvl4pPr>
            <a:lvl5pPr algn="l">
              <a:defRPr sz="1725" b="1">
                <a:solidFill>
                  <a:srgbClr val="14191E"/>
                </a:solidFill>
                <a:latin typeface="Noto Sans KR"/>
                <a:ea typeface="Noto Sans KR"/>
                <a:cs typeface="Noto Sans KR"/>
              </a:defRPr>
            </a:lvl5pPr>
            <a:lvl6pPr algn="l">
              <a:defRPr sz="1725" b="1">
                <a:solidFill>
                  <a:srgbClr val="14191E"/>
                </a:solidFill>
                <a:latin typeface="Noto Sans KR"/>
                <a:ea typeface="Noto Sans KR"/>
                <a:cs typeface="Noto Sans KR"/>
              </a:defRPr>
            </a:lvl6pPr>
            <a:lvl7pPr algn="l">
              <a:defRPr sz="1725" b="1">
                <a:solidFill>
                  <a:srgbClr val="14191E"/>
                </a:solidFill>
                <a:latin typeface="Noto Sans KR"/>
                <a:ea typeface="Noto Sans KR"/>
                <a:cs typeface="Noto Sans KR"/>
              </a:defRPr>
            </a:lvl7pPr>
            <a:lvl8pPr algn="l">
              <a:defRPr sz="1725" b="1">
                <a:solidFill>
                  <a:srgbClr val="14191E"/>
                </a:solidFill>
                <a:latin typeface="Noto Sans KR"/>
                <a:ea typeface="Noto Sans KR"/>
                <a:cs typeface="Noto Sans KR"/>
              </a:defRPr>
            </a:lvl8pPr>
            <a:lvl9pPr algn="l">
              <a:defRPr sz="1725" b="1">
                <a:solidFill>
                  <a:srgbClr val="14191E"/>
                </a:solidFill>
                <a:latin typeface="Noto Sans KR"/>
                <a:ea typeface="Noto Sans KR"/>
                <a:cs typeface="Noto Sans KR"/>
              </a:defRPr>
            </a:lvl9pPr>
          </a:lstStyle>
          <a:p xmlns:a="http://schemas.openxmlformats.org/drawingml/2006/main">
            <a:pPr algn="l">
              <a:defRPr sz="1725" b="1">
                <a:solidFill>
                  <a:srgbClr val="14191E"/>
                </a:solidFill>
                <a:latin typeface="Noto Sans KR"/>
                <a:ea typeface="Noto Sans KR"/>
                <a:cs typeface="Noto Sans KR"/>
              </a:defRPr>
            </a:pPr>
            <a:r>
              <a:rPr sz="1725" b="1">
                <a:solidFill>
                  <a:srgbClr val="14191E"/>
                </a:solidFill>
                <a:latin typeface="Noto Sans KR"/>
                <a:ea typeface="Noto Sans KR"/>
                <a:cs typeface="Noto Sans KR"/>
              </a:rPr>
              <a:t>지식의 자산화</a:t>
            </a:r>
          </a:p>
        </p:txBody>
      </p:sp>
      <p:sp>
        <p:nvSpPr>
          <p:cNvPr id="9" name="">
            <a:extLst xmlns:a="http://schemas.openxmlformats.org/drawingml/2006/main">
              <a:ext uri="{FF2B5EF4-FFF2-40B4-BE49-F238E27FC236}">
                <a16:creationId xmlns:a16="http://schemas.microsoft.com/office/drawing/2014/main" id="{1DF5F940-66F8-449E-8540-4FB2F227F321}"/>
              </a:ext>
            </a:extLst>
          </p:cNvPr>
          <p:cNvSpPr>
            <a:spLocks xmlns:a="http://schemas.openxmlformats.org/drawingml/2006/main" noGrp="1"/>
          </p:cNvSpPr>
          <p:nvPr/>
        </p:nvSpPr>
        <p:spPr>
          <a:xfrm xmlns:a="http://schemas.openxmlformats.org/drawingml/2006/main">
            <a:off x="3238500" y="3743325"/>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414B58"/>
                </a:solidFill>
                <a:latin typeface="Noto Sans KR"/>
                <a:ea typeface="Noto Sans KR"/>
                <a:cs typeface="Noto Sans KR"/>
              </a:defRPr>
            </a:defPPr>
            <a:lvl1pPr algn="l">
              <a:defRPr sz="1575" b="0">
                <a:solidFill>
                  <a:srgbClr val="414B58"/>
                </a:solidFill>
                <a:latin typeface="Noto Sans KR"/>
                <a:ea typeface="Noto Sans KR"/>
                <a:cs typeface="Noto Sans KR"/>
              </a:defRPr>
            </a:lvl1pPr>
            <a:lvl2pPr algn="l">
              <a:defRPr sz="1575" b="0">
                <a:solidFill>
                  <a:srgbClr val="414B58"/>
                </a:solidFill>
                <a:latin typeface="Noto Sans KR"/>
                <a:ea typeface="Noto Sans KR"/>
                <a:cs typeface="Noto Sans KR"/>
              </a:defRPr>
            </a:lvl2pPr>
            <a:lvl3pPr algn="l">
              <a:defRPr sz="1575" b="0">
                <a:solidFill>
                  <a:srgbClr val="414B58"/>
                </a:solidFill>
                <a:latin typeface="Noto Sans KR"/>
                <a:ea typeface="Noto Sans KR"/>
                <a:cs typeface="Noto Sans KR"/>
              </a:defRPr>
            </a:lvl3pPr>
            <a:lvl4pPr algn="l">
              <a:defRPr sz="1575" b="0">
                <a:solidFill>
                  <a:srgbClr val="414B58"/>
                </a:solidFill>
                <a:latin typeface="Noto Sans KR"/>
                <a:ea typeface="Noto Sans KR"/>
                <a:cs typeface="Noto Sans KR"/>
              </a:defRPr>
            </a:lvl4pPr>
            <a:lvl5pPr algn="l">
              <a:defRPr sz="1575" b="0">
                <a:solidFill>
                  <a:srgbClr val="414B58"/>
                </a:solidFill>
                <a:latin typeface="Noto Sans KR"/>
                <a:ea typeface="Noto Sans KR"/>
                <a:cs typeface="Noto Sans KR"/>
              </a:defRPr>
            </a:lvl5pPr>
            <a:lvl6pPr algn="l">
              <a:defRPr sz="1575" b="0">
                <a:solidFill>
                  <a:srgbClr val="414B58"/>
                </a:solidFill>
                <a:latin typeface="Noto Sans KR"/>
                <a:ea typeface="Noto Sans KR"/>
                <a:cs typeface="Noto Sans KR"/>
              </a:defRPr>
            </a:lvl6pPr>
            <a:lvl7pPr algn="l">
              <a:defRPr sz="1575" b="0">
                <a:solidFill>
                  <a:srgbClr val="414B58"/>
                </a:solidFill>
                <a:latin typeface="Noto Sans KR"/>
                <a:ea typeface="Noto Sans KR"/>
                <a:cs typeface="Noto Sans KR"/>
              </a:defRPr>
            </a:lvl7pPr>
            <a:lvl8pPr algn="l">
              <a:defRPr sz="1575" b="0">
                <a:solidFill>
                  <a:srgbClr val="414B58"/>
                </a:solidFill>
                <a:latin typeface="Noto Sans KR"/>
                <a:ea typeface="Noto Sans KR"/>
                <a:cs typeface="Noto Sans KR"/>
              </a:defRPr>
            </a:lvl8pPr>
            <a:lvl9pPr algn="l">
              <a:defRPr sz="1575" b="0">
                <a:solidFill>
                  <a:srgbClr val="414B58"/>
                </a:solidFill>
                <a:latin typeface="Noto Sans KR"/>
                <a:ea typeface="Noto Sans KR"/>
                <a:cs typeface="Noto Sans KR"/>
              </a:defRPr>
            </a:lvl9pPr>
          </a:lstStyle>
          <a:p xmlns:a="http://schemas.openxmlformats.org/drawingml/2006/main">
            <a:pPr algn="l">
              <a:defRPr sz="1575" b="0">
                <a:solidFill>
                  <a:srgbClr val="414B58"/>
                </a:solidFill>
                <a:latin typeface="Noto Sans KR"/>
                <a:ea typeface="Noto Sans KR"/>
                <a:cs typeface="Noto Sans KR"/>
              </a:defRPr>
            </a:pPr>
            <a:r>
              <a:rPr sz="1575" b="0">
                <a:solidFill>
                  <a:srgbClr val="414B58"/>
                </a:solidFill>
                <a:latin typeface="Noto Sans KR"/>
                <a:ea typeface="Noto Sans KR"/>
                <a:cs typeface="Noto Sans KR"/>
              </a:rPr>
              <a:t>명세·설계 이유·코드·테스트·운영 이력을 함께 관리</a:t>
            </a:r>
          </a:p>
        </p:txBody>
      </p:sp>
      <p:sp>
        <p:nvSpPr>
          <p:cNvPr id="10" name="">
            <a:extLst xmlns:a="http://schemas.openxmlformats.org/drawingml/2006/main">
              <a:ext uri="{FF2B5EF4-FFF2-40B4-BE49-F238E27FC236}">
                <a16:creationId xmlns:a16="http://schemas.microsoft.com/office/drawing/2014/main" id="{EF0EB226-F11C-43CA-8622-7B7F1BC35FD9}"/>
              </a:ext>
            </a:extLst>
          </p:cNvPr>
          <p:cNvSpPr>
            <a:spLocks xmlns:a="http://schemas.openxmlformats.org/drawingml/2006/main" noGrp="1"/>
          </p:cNvSpPr>
          <p:nvPr/>
        </p:nvSpPr>
        <p:spPr>
          <a:xfrm xmlns:a="http://schemas.openxmlformats.org/drawingml/2006/main">
            <a:off x="609600" y="4343400"/>
            <a:ext cx="10953750" cy="9525"/>
          </a:xfrm>
          <a:prstGeom xmlns:a="http://schemas.openxmlformats.org/drawingml/2006/main" prst="rect">
            <a:avLst/>
          </a:prstGeom>
          <a:solidFill xmlns:a="http://schemas.openxmlformats.org/drawingml/2006/main">
            <a:srgbClr val="DDE2E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62CA582-9EEE-415A-96D0-16B7D61690E3}"/>
              </a:ext>
            </a:extLst>
          </p:cNvPr>
          <p:cNvSpPr>
            <a:spLocks xmlns:a="http://schemas.openxmlformats.org/drawingml/2006/main" noGrp="1"/>
          </p:cNvSpPr>
          <p:nvPr/>
        </p:nvSpPr>
        <p:spPr>
          <a:xfrm xmlns:a="http://schemas.openxmlformats.org/drawingml/2006/main">
            <a:off x="609600" y="4467225"/>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4191E"/>
                </a:solidFill>
                <a:latin typeface="Noto Sans KR"/>
                <a:ea typeface="Noto Sans KR"/>
                <a:cs typeface="Noto Sans KR"/>
              </a:defRPr>
            </a:defPPr>
            <a:lvl1pPr algn="l">
              <a:defRPr sz="1725" b="1">
                <a:solidFill>
                  <a:srgbClr val="14191E"/>
                </a:solidFill>
                <a:latin typeface="Noto Sans KR"/>
                <a:ea typeface="Noto Sans KR"/>
                <a:cs typeface="Noto Sans KR"/>
              </a:defRPr>
            </a:lvl1pPr>
            <a:lvl2pPr algn="l">
              <a:defRPr sz="1725" b="1">
                <a:solidFill>
                  <a:srgbClr val="14191E"/>
                </a:solidFill>
                <a:latin typeface="Noto Sans KR"/>
                <a:ea typeface="Noto Sans KR"/>
                <a:cs typeface="Noto Sans KR"/>
              </a:defRPr>
            </a:lvl2pPr>
            <a:lvl3pPr algn="l">
              <a:defRPr sz="1725" b="1">
                <a:solidFill>
                  <a:srgbClr val="14191E"/>
                </a:solidFill>
                <a:latin typeface="Noto Sans KR"/>
                <a:ea typeface="Noto Sans KR"/>
                <a:cs typeface="Noto Sans KR"/>
              </a:defRPr>
            </a:lvl3pPr>
            <a:lvl4pPr algn="l">
              <a:defRPr sz="1725" b="1">
                <a:solidFill>
                  <a:srgbClr val="14191E"/>
                </a:solidFill>
                <a:latin typeface="Noto Sans KR"/>
                <a:ea typeface="Noto Sans KR"/>
                <a:cs typeface="Noto Sans KR"/>
              </a:defRPr>
            </a:lvl4pPr>
            <a:lvl5pPr algn="l">
              <a:defRPr sz="1725" b="1">
                <a:solidFill>
                  <a:srgbClr val="14191E"/>
                </a:solidFill>
                <a:latin typeface="Noto Sans KR"/>
                <a:ea typeface="Noto Sans KR"/>
                <a:cs typeface="Noto Sans KR"/>
              </a:defRPr>
            </a:lvl5pPr>
            <a:lvl6pPr algn="l">
              <a:defRPr sz="1725" b="1">
                <a:solidFill>
                  <a:srgbClr val="14191E"/>
                </a:solidFill>
                <a:latin typeface="Noto Sans KR"/>
                <a:ea typeface="Noto Sans KR"/>
                <a:cs typeface="Noto Sans KR"/>
              </a:defRPr>
            </a:lvl6pPr>
            <a:lvl7pPr algn="l">
              <a:defRPr sz="1725" b="1">
                <a:solidFill>
                  <a:srgbClr val="14191E"/>
                </a:solidFill>
                <a:latin typeface="Noto Sans KR"/>
                <a:ea typeface="Noto Sans KR"/>
                <a:cs typeface="Noto Sans KR"/>
              </a:defRPr>
            </a:lvl7pPr>
            <a:lvl8pPr algn="l">
              <a:defRPr sz="1725" b="1">
                <a:solidFill>
                  <a:srgbClr val="14191E"/>
                </a:solidFill>
                <a:latin typeface="Noto Sans KR"/>
                <a:ea typeface="Noto Sans KR"/>
                <a:cs typeface="Noto Sans KR"/>
              </a:defRPr>
            </a:lvl8pPr>
            <a:lvl9pPr algn="l">
              <a:defRPr sz="1725" b="1">
                <a:solidFill>
                  <a:srgbClr val="14191E"/>
                </a:solidFill>
                <a:latin typeface="Noto Sans KR"/>
                <a:ea typeface="Noto Sans KR"/>
                <a:cs typeface="Noto Sans KR"/>
              </a:defRPr>
            </a:lvl9pPr>
          </a:lstStyle>
          <a:p xmlns:a="http://schemas.openxmlformats.org/drawingml/2006/main">
            <a:pPr algn="l">
              <a:defRPr sz="1725" b="1">
                <a:solidFill>
                  <a:srgbClr val="14191E"/>
                </a:solidFill>
                <a:latin typeface="Noto Sans KR"/>
                <a:ea typeface="Noto Sans KR"/>
                <a:cs typeface="Noto Sans KR"/>
              </a:defRPr>
            </a:pPr>
            <a:r>
              <a:rPr sz="1725" b="1">
                <a:solidFill>
                  <a:srgbClr val="14191E"/>
                </a:solidFill>
                <a:latin typeface="Noto Sans KR"/>
                <a:ea typeface="Noto Sans KR"/>
                <a:cs typeface="Noto Sans KR"/>
              </a:rPr>
              <a:t>담당자 교체 대응</a:t>
            </a:r>
          </a:p>
        </p:txBody>
      </p:sp>
      <p:sp>
        <p:nvSpPr>
          <p:cNvPr id="12" name="">
            <a:extLst xmlns:a="http://schemas.openxmlformats.org/drawingml/2006/main">
              <a:ext uri="{FF2B5EF4-FFF2-40B4-BE49-F238E27FC236}">
                <a16:creationId xmlns:a16="http://schemas.microsoft.com/office/drawing/2014/main" id="{DE51AF3D-F245-42DB-97AA-0EEE2CF7FE3B}"/>
              </a:ext>
            </a:extLst>
          </p:cNvPr>
          <p:cNvSpPr>
            <a:spLocks xmlns:a="http://schemas.openxmlformats.org/drawingml/2006/main" noGrp="1"/>
          </p:cNvSpPr>
          <p:nvPr/>
        </p:nvSpPr>
        <p:spPr>
          <a:xfrm xmlns:a="http://schemas.openxmlformats.org/drawingml/2006/main">
            <a:off x="3238500" y="4467225"/>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414B58"/>
                </a:solidFill>
                <a:latin typeface="Noto Sans KR"/>
                <a:ea typeface="Noto Sans KR"/>
                <a:cs typeface="Noto Sans KR"/>
              </a:defRPr>
            </a:defPPr>
            <a:lvl1pPr algn="l">
              <a:defRPr sz="1575" b="0">
                <a:solidFill>
                  <a:srgbClr val="414B58"/>
                </a:solidFill>
                <a:latin typeface="Noto Sans KR"/>
                <a:ea typeface="Noto Sans KR"/>
                <a:cs typeface="Noto Sans KR"/>
              </a:defRPr>
            </a:lvl1pPr>
            <a:lvl2pPr algn="l">
              <a:defRPr sz="1575" b="0">
                <a:solidFill>
                  <a:srgbClr val="414B58"/>
                </a:solidFill>
                <a:latin typeface="Noto Sans KR"/>
                <a:ea typeface="Noto Sans KR"/>
                <a:cs typeface="Noto Sans KR"/>
              </a:defRPr>
            </a:lvl2pPr>
            <a:lvl3pPr algn="l">
              <a:defRPr sz="1575" b="0">
                <a:solidFill>
                  <a:srgbClr val="414B58"/>
                </a:solidFill>
                <a:latin typeface="Noto Sans KR"/>
                <a:ea typeface="Noto Sans KR"/>
                <a:cs typeface="Noto Sans KR"/>
              </a:defRPr>
            </a:lvl3pPr>
            <a:lvl4pPr algn="l">
              <a:defRPr sz="1575" b="0">
                <a:solidFill>
                  <a:srgbClr val="414B58"/>
                </a:solidFill>
                <a:latin typeface="Noto Sans KR"/>
                <a:ea typeface="Noto Sans KR"/>
                <a:cs typeface="Noto Sans KR"/>
              </a:defRPr>
            </a:lvl4pPr>
            <a:lvl5pPr algn="l">
              <a:defRPr sz="1575" b="0">
                <a:solidFill>
                  <a:srgbClr val="414B58"/>
                </a:solidFill>
                <a:latin typeface="Noto Sans KR"/>
                <a:ea typeface="Noto Sans KR"/>
                <a:cs typeface="Noto Sans KR"/>
              </a:defRPr>
            </a:lvl5pPr>
            <a:lvl6pPr algn="l">
              <a:defRPr sz="1575" b="0">
                <a:solidFill>
                  <a:srgbClr val="414B58"/>
                </a:solidFill>
                <a:latin typeface="Noto Sans KR"/>
                <a:ea typeface="Noto Sans KR"/>
                <a:cs typeface="Noto Sans KR"/>
              </a:defRPr>
            </a:lvl6pPr>
            <a:lvl7pPr algn="l">
              <a:defRPr sz="1575" b="0">
                <a:solidFill>
                  <a:srgbClr val="414B58"/>
                </a:solidFill>
                <a:latin typeface="Noto Sans KR"/>
                <a:ea typeface="Noto Sans KR"/>
                <a:cs typeface="Noto Sans KR"/>
              </a:defRPr>
            </a:lvl7pPr>
            <a:lvl8pPr algn="l">
              <a:defRPr sz="1575" b="0">
                <a:solidFill>
                  <a:srgbClr val="414B58"/>
                </a:solidFill>
                <a:latin typeface="Noto Sans KR"/>
                <a:ea typeface="Noto Sans KR"/>
                <a:cs typeface="Noto Sans KR"/>
              </a:defRPr>
            </a:lvl8pPr>
            <a:lvl9pPr algn="l">
              <a:defRPr sz="1575" b="0">
                <a:solidFill>
                  <a:srgbClr val="414B58"/>
                </a:solidFill>
                <a:latin typeface="Noto Sans KR"/>
                <a:ea typeface="Noto Sans KR"/>
                <a:cs typeface="Noto Sans KR"/>
              </a:defRPr>
            </a:lvl9pPr>
          </a:lstStyle>
          <a:p xmlns:a="http://schemas.openxmlformats.org/drawingml/2006/main">
            <a:pPr algn="l">
              <a:defRPr sz="1575" b="0">
                <a:solidFill>
                  <a:srgbClr val="414B58"/>
                </a:solidFill>
                <a:latin typeface="Noto Sans KR"/>
                <a:ea typeface="Noto Sans KR"/>
                <a:cs typeface="Noto Sans KR"/>
              </a:defRPr>
            </a:pPr>
            <a:r>
              <a:rPr sz="1575" b="0">
                <a:solidFill>
                  <a:srgbClr val="414B58"/>
                </a:solidFill>
                <a:latin typeface="Noto Sans KR"/>
                <a:ea typeface="Noto Sans KR"/>
                <a:cs typeface="Noto Sans KR"/>
              </a:rPr>
              <a:t>새 담당자도 같은 근거로 구조를 파악하고 오류를 재현</a:t>
            </a:r>
          </a:p>
        </p:txBody>
      </p:sp>
      <p:sp>
        <p:nvSpPr>
          <p:cNvPr id="13" name="">
            <a:extLst xmlns:a="http://schemas.openxmlformats.org/drawingml/2006/main">
              <a:ext uri="{FF2B5EF4-FFF2-40B4-BE49-F238E27FC236}">
                <a16:creationId xmlns:a16="http://schemas.microsoft.com/office/drawing/2014/main" id="{CB1F7D9D-6397-438F-90F2-553DF10E84F6}"/>
              </a:ext>
            </a:extLst>
          </p:cNvPr>
          <p:cNvSpPr>
            <a:spLocks xmlns:a="http://schemas.openxmlformats.org/drawingml/2006/main" noGrp="1"/>
          </p:cNvSpPr>
          <p:nvPr/>
        </p:nvSpPr>
        <p:spPr>
          <a:xfrm xmlns:a="http://schemas.openxmlformats.org/drawingml/2006/main">
            <a:off x="609600" y="5067300"/>
            <a:ext cx="10953750" cy="9525"/>
          </a:xfrm>
          <a:prstGeom xmlns:a="http://schemas.openxmlformats.org/drawingml/2006/main" prst="rect">
            <a:avLst/>
          </a:prstGeom>
          <a:solidFill xmlns:a="http://schemas.openxmlformats.org/drawingml/2006/main">
            <a:srgbClr val="DDE2E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3829FB5-5899-4AE5-83D9-E13C21FCEB48}"/>
              </a:ext>
            </a:extLst>
          </p:cNvPr>
          <p:cNvSpPr>
            <a:spLocks xmlns:a="http://schemas.openxmlformats.org/drawingml/2006/main" noGrp="1"/>
          </p:cNvSpPr>
          <p:nvPr/>
        </p:nvSpPr>
        <p:spPr>
          <a:xfrm xmlns:a="http://schemas.openxmlformats.org/drawingml/2006/main">
            <a:off x="609600" y="5191125"/>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4191E"/>
                </a:solidFill>
                <a:latin typeface="Noto Sans KR"/>
                <a:ea typeface="Noto Sans KR"/>
                <a:cs typeface="Noto Sans KR"/>
              </a:defRPr>
            </a:defPPr>
            <a:lvl1pPr algn="l">
              <a:defRPr sz="1725" b="1">
                <a:solidFill>
                  <a:srgbClr val="14191E"/>
                </a:solidFill>
                <a:latin typeface="Noto Sans KR"/>
                <a:ea typeface="Noto Sans KR"/>
                <a:cs typeface="Noto Sans KR"/>
              </a:defRPr>
            </a:lvl1pPr>
            <a:lvl2pPr algn="l">
              <a:defRPr sz="1725" b="1">
                <a:solidFill>
                  <a:srgbClr val="14191E"/>
                </a:solidFill>
                <a:latin typeface="Noto Sans KR"/>
                <a:ea typeface="Noto Sans KR"/>
                <a:cs typeface="Noto Sans KR"/>
              </a:defRPr>
            </a:lvl2pPr>
            <a:lvl3pPr algn="l">
              <a:defRPr sz="1725" b="1">
                <a:solidFill>
                  <a:srgbClr val="14191E"/>
                </a:solidFill>
                <a:latin typeface="Noto Sans KR"/>
                <a:ea typeface="Noto Sans KR"/>
                <a:cs typeface="Noto Sans KR"/>
              </a:defRPr>
            </a:lvl3pPr>
            <a:lvl4pPr algn="l">
              <a:defRPr sz="1725" b="1">
                <a:solidFill>
                  <a:srgbClr val="14191E"/>
                </a:solidFill>
                <a:latin typeface="Noto Sans KR"/>
                <a:ea typeface="Noto Sans KR"/>
                <a:cs typeface="Noto Sans KR"/>
              </a:defRPr>
            </a:lvl4pPr>
            <a:lvl5pPr algn="l">
              <a:defRPr sz="1725" b="1">
                <a:solidFill>
                  <a:srgbClr val="14191E"/>
                </a:solidFill>
                <a:latin typeface="Noto Sans KR"/>
                <a:ea typeface="Noto Sans KR"/>
                <a:cs typeface="Noto Sans KR"/>
              </a:defRPr>
            </a:lvl5pPr>
            <a:lvl6pPr algn="l">
              <a:defRPr sz="1725" b="1">
                <a:solidFill>
                  <a:srgbClr val="14191E"/>
                </a:solidFill>
                <a:latin typeface="Noto Sans KR"/>
                <a:ea typeface="Noto Sans KR"/>
                <a:cs typeface="Noto Sans KR"/>
              </a:defRPr>
            </a:lvl6pPr>
            <a:lvl7pPr algn="l">
              <a:defRPr sz="1725" b="1">
                <a:solidFill>
                  <a:srgbClr val="14191E"/>
                </a:solidFill>
                <a:latin typeface="Noto Sans KR"/>
                <a:ea typeface="Noto Sans KR"/>
                <a:cs typeface="Noto Sans KR"/>
              </a:defRPr>
            </a:lvl7pPr>
            <a:lvl8pPr algn="l">
              <a:defRPr sz="1725" b="1">
                <a:solidFill>
                  <a:srgbClr val="14191E"/>
                </a:solidFill>
                <a:latin typeface="Noto Sans KR"/>
                <a:ea typeface="Noto Sans KR"/>
                <a:cs typeface="Noto Sans KR"/>
              </a:defRPr>
            </a:lvl8pPr>
            <a:lvl9pPr algn="l">
              <a:defRPr sz="1725" b="1">
                <a:solidFill>
                  <a:srgbClr val="14191E"/>
                </a:solidFill>
                <a:latin typeface="Noto Sans KR"/>
                <a:ea typeface="Noto Sans KR"/>
                <a:cs typeface="Noto Sans KR"/>
              </a:defRPr>
            </a:lvl9pPr>
          </a:lstStyle>
          <a:p xmlns:a="http://schemas.openxmlformats.org/drawingml/2006/main">
            <a:pPr algn="l">
              <a:defRPr sz="1725" b="1">
                <a:solidFill>
                  <a:srgbClr val="14191E"/>
                </a:solidFill>
                <a:latin typeface="Noto Sans KR"/>
                <a:ea typeface="Noto Sans KR"/>
                <a:cs typeface="Noto Sans KR"/>
              </a:defRPr>
            </a:pPr>
            <a:r>
              <a:rPr sz="1725" b="1">
                <a:solidFill>
                  <a:srgbClr val="14191E"/>
                </a:solidFill>
                <a:latin typeface="Noto Sans KR"/>
                <a:ea typeface="Noto Sans KR"/>
                <a:cs typeface="Noto Sans KR"/>
              </a:rPr>
              <a:t>SDLC의 연속성</a:t>
            </a:r>
          </a:p>
        </p:txBody>
      </p:sp>
      <p:sp>
        <p:nvSpPr>
          <p:cNvPr id="15" name="">
            <a:extLst xmlns:a="http://schemas.openxmlformats.org/drawingml/2006/main">
              <a:ext uri="{FF2B5EF4-FFF2-40B4-BE49-F238E27FC236}">
                <a16:creationId xmlns:a16="http://schemas.microsoft.com/office/drawing/2014/main" id="{229540F2-41F5-46D4-ADB6-2281452BD31C}"/>
              </a:ext>
            </a:extLst>
          </p:cNvPr>
          <p:cNvSpPr>
            <a:spLocks xmlns:a="http://schemas.openxmlformats.org/drawingml/2006/main" noGrp="1"/>
          </p:cNvSpPr>
          <p:nvPr/>
        </p:nvSpPr>
        <p:spPr>
          <a:xfrm xmlns:a="http://schemas.openxmlformats.org/drawingml/2006/main">
            <a:off x="3238500" y="5191125"/>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414B58"/>
                </a:solidFill>
                <a:latin typeface="Noto Sans KR"/>
                <a:ea typeface="Noto Sans KR"/>
                <a:cs typeface="Noto Sans KR"/>
              </a:defRPr>
            </a:defPPr>
            <a:lvl1pPr algn="l">
              <a:defRPr sz="1575" b="0">
                <a:solidFill>
                  <a:srgbClr val="414B58"/>
                </a:solidFill>
                <a:latin typeface="Noto Sans KR"/>
                <a:ea typeface="Noto Sans KR"/>
                <a:cs typeface="Noto Sans KR"/>
              </a:defRPr>
            </a:lvl1pPr>
            <a:lvl2pPr algn="l">
              <a:defRPr sz="1575" b="0">
                <a:solidFill>
                  <a:srgbClr val="414B58"/>
                </a:solidFill>
                <a:latin typeface="Noto Sans KR"/>
                <a:ea typeface="Noto Sans KR"/>
                <a:cs typeface="Noto Sans KR"/>
              </a:defRPr>
            </a:lvl2pPr>
            <a:lvl3pPr algn="l">
              <a:defRPr sz="1575" b="0">
                <a:solidFill>
                  <a:srgbClr val="414B58"/>
                </a:solidFill>
                <a:latin typeface="Noto Sans KR"/>
                <a:ea typeface="Noto Sans KR"/>
                <a:cs typeface="Noto Sans KR"/>
              </a:defRPr>
            </a:lvl3pPr>
            <a:lvl4pPr algn="l">
              <a:defRPr sz="1575" b="0">
                <a:solidFill>
                  <a:srgbClr val="414B58"/>
                </a:solidFill>
                <a:latin typeface="Noto Sans KR"/>
                <a:ea typeface="Noto Sans KR"/>
                <a:cs typeface="Noto Sans KR"/>
              </a:defRPr>
            </a:lvl4pPr>
            <a:lvl5pPr algn="l">
              <a:defRPr sz="1575" b="0">
                <a:solidFill>
                  <a:srgbClr val="414B58"/>
                </a:solidFill>
                <a:latin typeface="Noto Sans KR"/>
                <a:ea typeface="Noto Sans KR"/>
                <a:cs typeface="Noto Sans KR"/>
              </a:defRPr>
            </a:lvl5pPr>
            <a:lvl6pPr algn="l">
              <a:defRPr sz="1575" b="0">
                <a:solidFill>
                  <a:srgbClr val="414B58"/>
                </a:solidFill>
                <a:latin typeface="Noto Sans KR"/>
                <a:ea typeface="Noto Sans KR"/>
                <a:cs typeface="Noto Sans KR"/>
              </a:defRPr>
            </a:lvl6pPr>
            <a:lvl7pPr algn="l">
              <a:defRPr sz="1575" b="0">
                <a:solidFill>
                  <a:srgbClr val="414B58"/>
                </a:solidFill>
                <a:latin typeface="Noto Sans KR"/>
                <a:ea typeface="Noto Sans KR"/>
                <a:cs typeface="Noto Sans KR"/>
              </a:defRPr>
            </a:lvl7pPr>
            <a:lvl8pPr algn="l">
              <a:defRPr sz="1575" b="0">
                <a:solidFill>
                  <a:srgbClr val="414B58"/>
                </a:solidFill>
                <a:latin typeface="Noto Sans KR"/>
                <a:ea typeface="Noto Sans KR"/>
                <a:cs typeface="Noto Sans KR"/>
              </a:defRPr>
            </a:lvl8pPr>
            <a:lvl9pPr algn="l">
              <a:defRPr sz="1575" b="0">
                <a:solidFill>
                  <a:srgbClr val="414B58"/>
                </a:solidFill>
                <a:latin typeface="Noto Sans KR"/>
                <a:ea typeface="Noto Sans KR"/>
                <a:cs typeface="Noto Sans KR"/>
              </a:defRPr>
            </a:lvl9pPr>
          </a:lstStyle>
          <a:p xmlns:a="http://schemas.openxmlformats.org/drawingml/2006/main">
            <a:pPr algn="l">
              <a:defRPr sz="1575" b="0">
                <a:solidFill>
                  <a:srgbClr val="414B58"/>
                </a:solidFill>
                <a:latin typeface="Noto Sans KR"/>
                <a:ea typeface="Noto Sans KR"/>
                <a:cs typeface="Noto Sans KR"/>
              </a:defRPr>
            </a:pPr>
            <a:r>
              <a:rPr sz="1575" b="0">
                <a:solidFill>
                  <a:srgbClr val="414B58"/>
                </a:solidFill>
                <a:latin typeface="Noto Sans KR"/>
                <a:ea typeface="Noto Sans KR"/>
                <a:cs typeface="Noto Sans KR"/>
              </a:rPr>
              <a:t>요구 변경부터 회귀 테스트·배포 준비·운영 관측까지 연결</a:t>
            </a:r>
          </a:p>
        </p:txBody>
      </p:sp>
      <p:sp>
        <p:nvSpPr>
          <p:cNvPr id="16" name="">
            <a:extLst xmlns:a="http://schemas.openxmlformats.org/drawingml/2006/main">
              <a:ext uri="{FF2B5EF4-FFF2-40B4-BE49-F238E27FC236}">
                <a16:creationId xmlns:a16="http://schemas.microsoft.com/office/drawing/2014/main" id="{7112BBA7-2A26-4771-B374-C1AFE9261BF1}"/>
              </a:ext>
            </a:extLst>
          </p:cNvPr>
          <p:cNvSpPr>
            <a:spLocks xmlns:a="http://schemas.openxmlformats.org/drawingml/2006/main" noGrp="1"/>
          </p:cNvSpPr>
          <p:nvPr/>
        </p:nvSpPr>
        <p:spPr>
          <a:xfrm xmlns:a="http://schemas.openxmlformats.org/drawingml/2006/main">
            <a:off x="609600" y="5791200"/>
            <a:ext cx="10953750" cy="9525"/>
          </a:xfrm>
          <a:prstGeom xmlns:a="http://schemas.openxmlformats.org/drawingml/2006/main" prst="rect">
            <a:avLst/>
          </a:prstGeom>
          <a:solidFill xmlns:a="http://schemas.openxmlformats.org/drawingml/2006/main">
            <a:srgbClr val="DDE2E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115A614-403E-4841-8F48-5F22C8F9564C}"/>
              </a:ext>
            </a:extLst>
          </p:cNvPr>
          <p:cNvSpPr>
            <a:spLocks xmlns:a="http://schemas.openxmlformats.org/drawingml/2006/main" noGrp="1"/>
          </p:cNvSpPr>
          <p:nvPr/>
        </p:nvSpPr>
        <p:spPr>
          <a:xfrm xmlns:a="http://schemas.openxmlformats.org/drawingml/2006/main">
            <a:off x="609600" y="597217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3366FF"/>
                </a:solidFill>
                <a:latin typeface="Noto Sans KR"/>
                <a:ea typeface="Noto Sans KR"/>
                <a:cs typeface="Noto Sans KR"/>
              </a:defRPr>
            </a:defPPr>
            <a:lvl1pPr algn="l">
              <a:defRPr sz="1725" b="1">
                <a:solidFill>
                  <a:srgbClr val="3366FF"/>
                </a:solidFill>
                <a:latin typeface="Noto Sans KR"/>
                <a:ea typeface="Noto Sans KR"/>
                <a:cs typeface="Noto Sans KR"/>
              </a:defRPr>
            </a:lvl1pPr>
            <a:lvl2pPr algn="l">
              <a:defRPr sz="1725" b="1">
                <a:solidFill>
                  <a:srgbClr val="3366FF"/>
                </a:solidFill>
                <a:latin typeface="Noto Sans KR"/>
                <a:ea typeface="Noto Sans KR"/>
                <a:cs typeface="Noto Sans KR"/>
              </a:defRPr>
            </a:lvl2pPr>
            <a:lvl3pPr algn="l">
              <a:defRPr sz="1725" b="1">
                <a:solidFill>
                  <a:srgbClr val="3366FF"/>
                </a:solidFill>
                <a:latin typeface="Noto Sans KR"/>
                <a:ea typeface="Noto Sans KR"/>
                <a:cs typeface="Noto Sans KR"/>
              </a:defRPr>
            </a:lvl3pPr>
            <a:lvl4pPr algn="l">
              <a:defRPr sz="1725" b="1">
                <a:solidFill>
                  <a:srgbClr val="3366FF"/>
                </a:solidFill>
                <a:latin typeface="Noto Sans KR"/>
                <a:ea typeface="Noto Sans KR"/>
                <a:cs typeface="Noto Sans KR"/>
              </a:defRPr>
            </a:lvl4pPr>
            <a:lvl5pPr algn="l">
              <a:defRPr sz="1725" b="1">
                <a:solidFill>
                  <a:srgbClr val="3366FF"/>
                </a:solidFill>
                <a:latin typeface="Noto Sans KR"/>
                <a:ea typeface="Noto Sans KR"/>
                <a:cs typeface="Noto Sans KR"/>
              </a:defRPr>
            </a:lvl5pPr>
            <a:lvl6pPr algn="l">
              <a:defRPr sz="1725" b="1">
                <a:solidFill>
                  <a:srgbClr val="3366FF"/>
                </a:solidFill>
                <a:latin typeface="Noto Sans KR"/>
                <a:ea typeface="Noto Sans KR"/>
                <a:cs typeface="Noto Sans KR"/>
              </a:defRPr>
            </a:lvl6pPr>
            <a:lvl7pPr algn="l">
              <a:defRPr sz="1725" b="1">
                <a:solidFill>
                  <a:srgbClr val="3366FF"/>
                </a:solidFill>
                <a:latin typeface="Noto Sans KR"/>
                <a:ea typeface="Noto Sans KR"/>
                <a:cs typeface="Noto Sans KR"/>
              </a:defRPr>
            </a:lvl7pPr>
            <a:lvl8pPr algn="l">
              <a:defRPr sz="1725" b="1">
                <a:solidFill>
                  <a:srgbClr val="3366FF"/>
                </a:solidFill>
                <a:latin typeface="Noto Sans KR"/>
                <a:ea typeface="Noto Sans KR"/>
                <a:cs typeface="Noto Sans KR"/>
              </a:defRPr>
            </a:lvl8pPr>
            <a:lvl9pPr algn="l">
              <a:defRPr sz="1725" b="1">
                <a:solidFill>
                  <a:srgbClr val="3366FF"/>
                </a:solidFill>
                <a:latin typeface="Noto Sans KR"/>
                <a:ea typeface="Noto Sans KR"/>
                <a:cs typeface="Noto Sans KR"/>
              </a:defRPr>
            </a:lvl9pPr>
          </a:lstStyle>
          <a:p xmlns:a="http://schemas.openxmlformats.org/drawingml/2006/main">
            <a:pPr algn="l">
              <a:defRPr sz="1725" b="1">
                <a:solidFill>
                  <a:srgbClr val="3366FF"/>
                </a:solidFill>
                <a:latin typeface="Noto Sans KR"/>
                <a:ea typeface="Noto Sans KR"/>
                <a:cs typeface="Noto Sans KR"/>
              </a:defRPr>
            </a:pPr>
            <a:r>
              <a:rPr sz="1725" b="1">
                <a:solidFill>
                  <a:srgbClr val="3366FF"/>
                </a:solidFill>
                <a:latin typeface="Noto Sans KR"/>
                <a:ea typeface="Noto Sans KR"/>
                <a:cs typeface="Noto Sans KR"/>
              </a:rPr>
              <a:t>업무 지식 + 코드 + 테스트 + 운영 근거</a:t>
            </a:r>
          </a:p>
        </p:txBody>
      </p:sp>
      <p:sp>
        <p:nvSpPr>
          <p:cNvPr id="18" name="">
            <a:extLst xmlns:a="http://schemas.openxmlformats.org/drawingml/2006/main">
              <a:ext uri="{FF2B5EF4-FFF2-40B4-BE49-F238E27FC236}">
                <a16:creationId xmlns:a16="http://schemas.microsoft.com/office/drawing/2014/main" id="{F84AF8D0-FBE3-400B-BEB9-9515C6F30C4A}"/>
              </a:ext>
            </a:extLst>
          </p:cNvPr>
          <p:cNvSpPr>
            <a:spLocks xmlns:a="http://schemas.openxmlformats.org/drawingml/2006/main" noGrp="1"/>
          </p:cNvSpPr>
          <p:nvPr/>
        </p:nvSpPr>
        <p:spPr>
          <a:xfrm xmlns:a="http://schemas.openxmlformats.org/drawingml/2006/main">
            <a:off x="609600" y="635317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667085"/>
                </a:solidFill>
                <a:latin typeface="Noto Sans KR"/>
                <a:ea typeface="Noto Sans KR"/>
                <a:cs typeface="Noto Sans KR"/>
              </a:defRPr>
            </a:defPPr>
            <a:lvl1pPr algn="l">
              <a:defRPr sz="1050" b="0">
                <a:solidFill>
                  <a:srgbClr val="667085"/>
                </a:solidFill>
                <a:latin typeface="Noto Sans KR"/>
                <a:ea typeface="Noto Sans KR"/>
                <a:cs typeface="Noto Sans KR"/>
              </a:defRPr>
            </a:lvl1pPr>
            <a:lvl2pPr algn="l">
              <a:defRPr sz="1050" b="0">
                <a:solidFill>
                  <a:srgbClr val="667085"/>
                </a:solidFill>
                <a:latin typeface="Noto Sans KR"/>
                <a:ea typeface="Noto Sans KR"/>
                <a:cs typeface="Noto Sans KR"/>
              </a:defRPr>
            </a:lvl2pPr>
            <a:lvl3pPr algn="l">
              <a:defRPr sz="1050" b="0">
                <a:solidFill>
                  <a:srgbClr val="667085"/>
                </a:solidFill>
                <a:latin typeface="Noto Sans KR"/>
                <a:ea typeface="Noto Sans KR"/>
                <a:cs typeface="Noto Sans KR"/>
              </a:defRPr>
            </a:lvl3pPr>
            <a:lvl4pPr algn="l">
              <a:defRPr sz="1050" b="0">
                <a:solidFill>
                  <a:srgbClr val="667085"/>
                </a:solidFill>
                <a:latin typeface="Noto Sans KR"/>
                <a:ea typeface="Noto Sans KR"/>
                <a:cs typeface="Noto Sans KR"/>
              </a:defRPr>
            </a:lvl4pPr>
            <a:lvl5pPr algn="l">
              <a:defRPr sz="1050" b="0">
                <a:solidFill>
                  <a:srgbClr val="667085"/>
                </a:solidFill>
                <a:latin typeface="Noto Sans KR"/>
                <a:ea typeface="Noto Sans KR"/>
                <a:cs typeface="Noto Sans KR"/>
              </a:defRPr>
            </a:lvl5pPr>
            <a:lvl6pPr algn="l">
              <a:defRPr sz="1050" b="0">
                <a:solidFill>
                  <a:srgbClr val="667085"/>
                </a:solidFill>
                <a:latin typeface="Noto Sans KR"/>
                <a:ea typeface="Noto Sans KR"/>
                <a:cs typeface="Noto Sans KR"/>
              </a:defRPr>
            </a:lvl6pPr>
            <a:lvl7pPr algn="l">
              <a:defRPr sz="1050" b="0">
                <a:solidFill>
                  <a:srgbClr val="667085"/>
                </a:solidFill>
                <a:latin typeface="Noto Sans KR"/>
                <a:ea typeface="Noto Sans KR"/>
                <a:cs typeface="Noto Sans KR"/>
              </a:defRPr>
            </a:lvl7pPr>
            <a:lvl8pPr algn="l">
              <a:defRPr sz="1050" b="0">
                <a:solidFill>
                  <a:srgbClr val="667085"/>
                </a:solidFill>
                <a:latin typeface="Noto Sans KR"/>
                <a:ea typeface="Noto Sans KR"/>
                <a:cs typeface="Noto Sans KR"/>
              </a:defRPr>
            </a:lvl8pPr>
            <a:lvl9pPr algn="l">
              <a:defRPr sz="1050" b="0">
                <a:solidFill>
                  <a:srgbClr val="667085"/>
                </a:solidFill>
                <a:latin typeface="Noto Sans KR"/>
                <a:ea typeface="Noto Sans KR"/>
                <a:cs typeface="Noto Sans KR"/>
              </a:defRPr>
            </a:lvl9pPr>
          </a:lstStyle>
          <a:p xmlns:a="http://schemas.openxmlformats.org/drawingml/2006/main">
            <a:pPr algn="l">
              <a:defRPr sz="1050" b="0">
                <a:solidFill>
                  <a:srgbClr val="667085"/>
                </a:solidFill>
                <a:latin typeface="Noto Sans KR"/>
                <a:ea typeface="Noto Sans KR"/>
                <a:cs typeface="Noto Sans KR"/>
              </a:defRPr>
            </a:pPr>
            <a:r>
              <a:rPr sz="1050" b="0">
                <a:solidFill>
                  <a:srgbClr val="667085"/>
                </a:solidFill>
                <a:latin typeface="Noto Sans KR"/>
                <a:ea typeface="Noto Sans KR"/>
                <a:cs typeface="Noto Sans KR"/>
              </a:rPr>
              <a:t>차세대 에이전트 친화적 웹 구축 제안</a:t>
            </a:r>
          </a:p>
        </p:txBody>
      </p:sp>
      <p:sp>
        <p:nvSpPr>
          <p:cNvPr id="19" name="">
            <a:extLst xmlns:a="http://schemas.openxmlformats.org/drawingml/2006/main">
              <a:ext uri="{FF2B5EF4-FFF2-40B4-BE49-F238E27FC236}">
                <a16:creationId xmlns:a16="http://schemas.microsoft.com/office/drawing/2014/main" id="{E7F2C82C-CE98-486A-9B97-8DAC4C0A2329}"/>
              </a:ext>
            </a:extLst>
          </p:cNvPr>
          <p:cNvSpPr>
            <a:spLocks xmlns:a="http://schemas.openxmlformats.org/drawingml/2006/main" noGrp="1"/>
          </p:cNvSpPr>
          <p:nvPr/>
        </p:nvSpPr>
        <p:spPr>
          <a:xfrm xmlns:a="http://schemas.openxmlformats.org/drawingml/2006/main">
            <a:off x="10287000" y="6353175"/>
            <a:ext cx="1276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a:solidFill>
                  <a:srgbClr val="667085"/>
                </a:solidFill>
                <a:latin typeface="Noto Sans KR"/>
                <a:ea typeface="Noto Sans KR"/>
                <a:cs typeface="Noto Sans KR"/>
              </a:defRPr>
            </a:defPPr>
            <a:lvl1pPr algn="r">
              <a:defRPr sz="1050" b="1">
                <a:solidFill>
                  <a:srgbClr val="667085"/>
                </a:solidFill>
                <a:latin typeface="Noto Sans KR"/>
                <a:ea typeface="Noto Sans KR"/>
                <a:cs typeface="Noto Sans KR"/>
              </a:defRPr>
            </a:lvl1pPr>
            <a:lvl2pPr algn="r">
              <a:defRPr sz="1050" b="1">
                <a:solidFill>
                  <a:srgbClr val="667085"/>
                </a:solidFill>
                <a:latin typeface="Noto Sans KR"/>
                <a:ea typeface="Noto Sans KR"/>
                <a:cs typeface="Noto Sans KR"/>
              </a:defRPr>
            </a:lvl2pPr>
            <a:lvl3pPr algn="r">
              <a:defRPr sz="1050" b="1">
                <a:solidFill>
                  <a:srgbClr val="667085"/>
                </a:solidFill>
                <a:latin typeface="Noto Sans KR"/>
                <a:ea typeface="Noto Sans KR"/>
                <a:cs typeface="Noto Sans KR"/>
              </a:defRPr>
            </a:lvl3pPr>
            <a:lvl4pPr algn="r">
              <a:defRPr sz="1050" b="1">
                <a:solidFill>
                  <a:srgbClr val="667085"/>
                </a:solidFill>
                <a:latin typeface="Noto Sans KR"/>
                <a:ea typeface="Noto Sans KR"/>
                <a:cs typeface="Noto Sans KR"/>
              </a:defRPr>
            </a:lvl4pPr>
            <a:lvl5pPr algn="r">
              <a:defRPr sz="1050" b="1">
                <a:solidFill>
                  <a:srgbClr val="667085"/>
                </a:solidFill>
                <a:latin typeface="Noto Sans KR"/>
                <a:ea typeface="Noto Sans KR"/>
                <a:cs typeface="Noto Sans KR"/>
              </a:defRPr>
            </a:lvl5pPr>
            <a:lvl6pPr algn="r">
              <a:defRPr sz="1050" b="1">
                <a:solidFill>
                  <a:srgbClr val="667085"/>
                </a:solidFill>
                <a:latin typeface="Noto Sans KR"/>
                <a:ea typeface="Noto Sans KR"/>
                <a:cs typeface="Noto Sans KR"/>
              </a:defRPr>
            </a:lvl6pPr>
            <a:lvl7pPr algn="r">
              <a:defRPr sz="1050" b="1">
                <a:solidFill>
                  <a:srgbClr val="667085"/>
                </a:solidFill>
                <a:latin typeface="Noto Sans KR"/>
                <a:ea typeface="Noto Sans KR"/>
                <a:cs typeface="Noto Sans KR"/>
              </a:defRPr>
            </a:lvl7pPr>
            <a:lvl8pPr algn="r">
              <a:defRPr sz="1050" b="1">
                <a:solidFill>
                  <a:srgbClr val="667085"/>
                </a:solidFill>
                <a:latin typeface="Noto Sans KR"/>
                <a:ea typeface="Noto Sans KR"/>
                <a:cs typeface="Noto Sans KR"/>
              </a:defRPr>
            </a:lvl8pPr>
            <a:lvl9pPr algn="r">
              <a:defRPr sz="1050" b="1">
                <a:solidFill>
                  <a:srgbClr val="667085"/>
                </a:solidFill>
                <a:latin typeface="Noto Sans KR"/>
                <a:ea typeface="Noto Sans KR"/>
                <a:cs typeface="Noto Sans KR"/>
              </a:defRPr>
            </a:lvl9pPr>
          </a:lstStyle>
          <a:p xmlns:a="http://schemas.openxmlformats.org/drawingml/2006/main">
            <a:pPr algn="r">
              <a:defRPr sz="1050" b="1">
                <a:solidFill>
                  <a:srgbClr val="667085"/>
                </a:solidFill>
                <a:latin typeface="Noto Sans KR"/>
                <a:ea typeface="Noto Sans KR"/>
                <a:cs typeface="Noto Sans KR"/>
              </a:defRPr>
            </a:pPr>
            <a:r>
              <a:rPr sz="1050" b="1">
                <a:solidFill>
                  <a:srgbClr val="667085"/>
                </a:solidFill>
                <a:latin typeface="Noto Sans KR"/>
                <a:ea typeface="Noto Sans KR"/>
                <a:cs typeface="Noto Sans KR"/>
              </a:rPr>
              <a:t>02 / 03</a:t>
            </a:r>
          </a:p>
        </p:txBody>
      </p:sp>
    </p:spTree>
    <p:extLst>
      <p:ext uri="{BB962C8B-B14F-4D97-AF65-F5344CB8AC3E}">
        <p14:creationId xmlns:p14="http://schemas.microsoft.com/office/powerpoint/2010/main" val="1382564982"/>
      </p:ext>
    </p:extLst>
  </p:cSld>
</p:sld>
</file>

<file path=ppt/slides/slide3.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5395A84-DFA8-4B44-93CE-58A4161D31FD}"/>
              </a:ext>
            </a:extLst>
          </p:cNvPr>
          <p:cNvSpPr>
            <a:spLocks xmlns:a="http://schemas.openxmlformats.org/drawingml/2006/main" noGrp="1"/>
          </p:cNvSpPr>
          <p:nvPr/>
        </p:nvSpPr>
        <p:spPr>
          <a:xfrm xmlns:a="http://schemas.openxmlformats.org/drawingml/2006/main">
            <a:off x="609600" y="476250"/>
            <a:ext cx="438150" cy="47625"/>
          </a:xfrm>
          <a:prstGeom xmlns:a="http://schemas.openxmlformats.org/drawingml/2006/main" prst="rect">
            <a:avLst/>
          </a:prstGeom>
          <a:solidFill xmlns:a="http://schemas.openxmlformats.org/drawingml/2006/main">
            <a:srgbClr val="3366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DB214D0-62E3-4AEE-9FFB-90B6BFBFBC4A}"/>
              </a:ext>
            </a:extLst>
          </p:cNvPr>
          <p:cNvSpPr>
            <a:spLocks xmlns:a="http://schemas.openxmlformats.org/drawingml/2006/main" noGrp="1"/>
          </p:cNvSpPr>
          <p:nvPr/>
        </p:nvSpPr>
        <p:spPr>
          <a:xfrm xmlns:a="http://schemas.openxmlformats.org/drawingml/2006/main">
            <a:off x="609600" y="790575"/>
            <a:ext cx="10763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a:solidFill>
                  <a:srgbClr val="14191E"/>
                </a:solidFill>
                <a:latin typeface="Noto Sans KR"/>
                <a:ea typeface="Noto Sans KR"/>
                <a:cs typeface="Noto Sans KR"/>
              </a:defRPr>
            </a:defPPr>
            <a:lvl1pPr algn="l">
              <a:defRPr sz="3225" b="1">
                <a:solidFill>
                  <a:srgbClr val="14191E"/>
                </a:solidFill>
                <a:latin typeface="Noto Sans KR"/>
                <a:ea typeface="Noto Sans KR"/>
                <a:cs typeface="Noto Sans KR"/>
              </a:defRPr>
            </a:lvl1pPr>
            <a:lvl2pPr algn="l">
              <a:defRPr sz="3225" b="1">
                <a:solidFill>
                  <a:srgbClr val="14191E"/>
                </a:solidFill>
                <a:latin typeface="Noto Sans KR"/>
                <a:ea typeface="Noto Sans KR"/>
                <a:cs typeface="Noto Sans KR"/>
              </a:defRPr>
            </a:lvl2pPr>
            <a:lvl3pPr algn="l">
              <a:defRPr sz="3225" b="1">
                <a:solidFill>
                  <a:srgbClr val="14191E"/>
                </a:solidFill>
                <a:latin typeface="Noto Sans KR"/>
                <a:ea typeface="Noto Sans KR"/>
                <a:cs typeface="Noto Sans KR"/>
              </a:defRPr>
            </a:lvl3pPr>
            <a:lvl4pPr algn="l">
              <a:defRPr sz="3225" b="1">
                <a:solidFill>
                  <a:srgbClr val="14191E"/>
                </a:solidFill>
                <a:latin typeface="Noto Sans KR"/>
                <a:ea typeface="Noto Sans KR"/>
                <a:cs typeface="Noto Sans KR"/>
              </a:defRPr>
            </a:lvl4pPr>
            <a:lvl5pPr algn="l">
              <a:defRPr sz="3225" b="1">
                <a:solidFill>
                  <a:srgbClr val="14191E"/>
                </a:solidFill>
                <a:latin typeface="Noto Sans KR"/>
                <a:ea typeface="Noto Sans KR"/>
                <a:cs typeface="Noto Sans KR"/>
              </a:defRPr>
            </a:lvl5pPr>
            <a:lvl6pPr algn="l">
              <a:defRPr sz="3225" b="1">
                <a:solidFill>
                  <a:srgbClr val="14191E"/>
                </a:solidFill>
                <a:latin typeface="Noto Sans KR"/>
                <a:ea typeface="Noto Sans KR"/>
                <a:cs typeface="Noto Sans KR"/>
              </a:defRPr>
            </a:lvl6pPr>
            <a:lvl7pPr algn="l">
              <a:defRPr sz="3225" b="1">
                <a:solidFill>
                  <a:srgbClr val="14191E"/>
                </a:solidFill>
                <a:latin typeface="Noto Sans KR"/>
                <a:ea typeface="Noto Sans KR"/>
                <a:cs typeface="Noto Sans KR"/>
              </a:defRPr>
            </a:lvl7pPr>
            <a:lvl8pPr algn="l">
              <a:defRPr sz="3225" b="1">
                <a:solidFill>
                  <a:srgbClr val="14191E"/>
                </a:solidFill>
                <a:latin typeface="Noto Sans KR"/>
                <a:ea typeface="Noto Sans KR"/>
                <a:cs typeface="Noto Sans KR"/>
              </a:defRPr>
            </a:lvl8pPr>
            <a:lvl9pPr algn="l">
              <a:defRPr sz="3225" b="1">
                <a:solidFill>
                  <a:srgbClr val="14191E"/>
                </a:solidFill>
                <a:latin typeface="Noto Sans KR"/>
                <a:ea typeface="Noto Sans KR"/>
                <a:cs typeface="Noto Sans KR"/>
              </a:defRPr>
            </a:lvl9pPr>
          </a:lstStyle>
          <a:p xmlns:a="http://schemas.openxmlformats.org/drawingml/2006/main">
            <a:pPr algn="l">
              <a:defRPr sz="3225" b="1">
                <a:solidFill>
                  <a:srgbClr val="14191E"/>
                </a:solidFill>
                <a:latin typeface="Noto Sans KR"/>
                <a:ea typeface="Noto Sans KR"/>
                <a:cs typeface="Noto Sans KR"/>
              </a:defRPr>
            </a:pPr>
            <a:r>
              <a:rPr sz="3225" b="1">
                <a:solidFill>
                  <a:srgbClr val="14191E"/>
                </a:solidFill>
                <a:latin typeface="Noto Sans KR"/>
                <a:ea typeface="Noto Sans KR"/>
                <a:cs typeface="Noto Sans KR"/>
              </a:rPr>
              <a:t>다음 변경을 안전하고 싸게 만드는 설계</a:t>
            </a:r>
          </a:p>
        </p:txBody>
      </p:sp>
      <p:sp>
        <p:nvSpPr>
          <p:cNvPr id="3" name="">
            <a:extLst xmlns:a="http://schemas.openxmlformats.org/drawingml/2006/main">
              <a:ext uri="{FF2B5EF4-FFF2-40B4-BE49-F238E27FC236}">
                <a16:creationId xmlns:a16="http://schemas.microsoft.com/office/drawing/2014/main" id="{3AFF5B18-9EE9-4E2D-A014-8E4C61247F1F}"/>
              </a:ext>
            </a:extLst>
          </p:cNvPr>
          <p:cNvSpPr>
            <a:spLocks xmlns:a="http://schemas.openxmlformats.org/drawingml/2006/main" noGrp="1"/>
          </p:cNvSpPr>
          <p:nvPr/>
        </p:nvSpPr>
        <p:spPr>
          <a:xfrm xmlns:a="http://schemas.openxmlformats.org/drawingml/2006/main">
            <a:off x="609600" y="156210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0">
                <a:solidFill>
                  <a:srgbClr val="667085"/>
                </a:solidFill>
                <a:latin typeface="Noto Sans KR"/>
                <a:ea typeface="Noto Sans KR"/>
                <a:cs typeface="Noto Sans KR"/>
              </a:defRPr>
            </a:defPPr>
            <a:lvl1pPr algn="l">
              <a:defRPr sz="1800" b="0">
                <a:solidFill>
                  <a:srgbClr val="667085"/>
                </a:solidFill>
                <a:latin typeface="Noto Sans KR"/>
                <a:ea typeface="Noto Sans KR"/>
                <a:cs typeface="Noto Sans KR"/>
              </a:defRPr>
            </a:lvl1pPr>
            <a:lvl2pPr algn="l">
              <a:defRPr sz="1800" b="0">
                <a:solidFill>
                  <a:srgbClr val="667085"/>
                </a:solidFill>
                <a:latin typeface="Noto Sans KR"/>
                <a:ea typeface="Noto Sans KR"/>
                <a:cs typeface="Noto Sans KR"/>
              </a:defRPr>
            </a:lvl2pPr>
            <a:lvl3pPr algn="l">
              <a:defRPr sz="1800" b="0">
                <a:solidFill>
                  <a:srgbClr val="667085"/>
                </a:solidFill>
                <a:latin typeface="Noto Sans KR"/>
                <a:ea typeface="Noto Sans KR"/>
                <a:cs typeface="Noto Sans KR"/>
              </a:defRPr>
            </a:lvl3pPr>
            <a:lvl4pPr algn="l">
              <a:defRPr sz="1800" b="0">
                <a:solidFill>
                  <a:srgbClr val="667085"/>
                </a:solidFill>
                <a:latin typeface="Noto Sans KR"/>
                <a:ea typeface="Noto Sans KR"/>
                <a:cs typeface="Noto Sans KR"/>
              </a:defRPr>
            </a:lvl4pPr>
            <a:lvl5pPr algn="l">
              <a:defRPr sz="1800" b="0">
                <a:solidFill>
                  <a:srgbClr val="667085"/>
                </a:solidFill>
                <a:latin typeface="Noto Sans KR"/>
                <a:ea typeface="Noto Sans KR"/>
                <a:cs typeface="Noto Sans KR"/>
              </a:defRPr>
            </a:lvl5pPr>
            <a:lvl6pPr algn="l">
              <a:defRPr sz="1800" b="0">
                <a:solidFill>
                  <a:srgbClr val="667085"/>
                </a:solidFill>
                <a:latin typeface="Noto Sans KR"/>
                <a:ea typeface="Noto Sans KR"/>
                <a:cs typeface="Noto Sans KR"/>
              </a:defRPr>
            </a:lvl6pPr>
            <a:lvl7pPr algn="l">
              <a:defRPr sz="1800" b="0">
                <a:solidFill>
                  <a:srgbClr val="667085"/>
                </a:solidFill>
                <a:latin typeface="Noto Sans KR"/>
                <a:ea typeface="Noto Sans KR"/>
                <a:cs typeface="Noto Sans KR"/>
              </a:defRPr>
            </a:lvl7pPr>
            <a:lvl8pPr algn="l">
              <a:defRPr sz="1800" b="0">
                <a:solidFill>
                  <a:srgbClr val="667085"/>
                </a:solidFill>
                <a:latin typeface="Noto Sans KR"/>
                <a:ea typeface="Noto Sans KR"/>
                <a:cs typeface="Noto Sans KR"/>
              </a:defRPr>
            </a:lvl8pPr>
            <a:lvl9pPr algn="l">
              <a:defRPr sz="1800" b="0">
                <a:solidFill>
                  <a:srgbClr val="667085"/>
                </a:solidFill>
                <a:latin typeface="Noto Sans KR"/>
                <a:ea typeface="Noto Sans KR"/>
                <a:cs typeface="Noto Sans KR"/>
              </a:defRPr>
            </a:lvl9pPr>
          </a:lstStyle>
          <a:p xmlns:a="http://schemas.openxmlformats.org/drawingml/2006/main">
            <a:pPr algn="l">
              <a:defRPr sz="1800" b="0">
                <a:solidFill>
                  <a:srgbClr val="667085"/>
                </a:solidFill>
                <a:latin typeface="Noto Sans KR"/>
                <a:ea typeface="Noto Sans KR"/>
                <a:cs typeface="Noto Sans KR"/>
              </a:defRPr>
            </a:pPr>
            <a:r>
              <a:rPr sz="1800" b="0">
                <a:solidFill>
                  <a:srgbClr val="667085"/>
                </a:solidFill>
                <a:latin typeface="Noto Sans KR"/>
                <a:ea typeface="Noto Sans KR"/>
                <a:cs typeface="Noto Sans KR"/>
              </a:rPr>
              <a:t>속도·품질·미래 유지보수 비용을 함께 관리</a:t>
            </a:r>
          </a:p>
        </p:txBody>
      </p:sp>
      <p:graphicFrame>
        <p:nvGraphicFramePr>
          <p:cNvPr id="4" name="">
            <a:extLst xmlns:a="http://schemas.openxmlformats.org/drawingml/2006/main">
              <a:ext uri="{FF2B5EF4-FFF2-40B4-BE49-F238E27FC236}">
                <a16:creationId xmlns:a16="http://schemas.microsoft.com/office/drawing/2014/main" id="{B5CB0E17-0061-470B-B1F9-3AED81313DC4}"/>
              </a:ext>
            </a:extLst>
          </p:cNvPr>
          <p:cNvGraphicFramePr/>
          <p:nvPr/>
        </p:nvGraphicFramePr>
        <p:xfrm>
          <a:off xmlns:a="http://schemas.openxmlformats.org/drawingml/2006/main" x="609600" y="2276475"/>
          <a:ext xmlns:a="http://schemas.openxmlformats.org/drawingml/2006/main" cx="10953750" cy="2914650"/>
        </p:xfrm>
        <a:graphic xmlns:a="http://schemas.openxmlformats.org/drawingml/2006/main">
          <a:graphicData uri="http://schemas.openxmlformats.org/drawingml/2006/table">
            <a:tbl>
              <a:tblPr/>
              <a:tblGrid>
                <a:gridCol w="2762250"/>
                <a:gridCol w="5048250"/>
                <a:gridCol w="3143250"/>
              </a:tblGrid>
              <a:tr h="728663">
                <a:tc>
                  <a:txBody>
                    <a:bodyPr wrap="square">
                      <a:normAutofit/>
                    </a:bodyPr>
                    <a:lstStyle/>
                    <a:p>
                      <a:r>
                        <a:rPr sz="1350" b="1">
                          <a:solidFill>
                            <a:srgbClr val="FFFFFF"/>
                          </a:solidFill>
                          <a:latin typeface="Noto Sans KR"/>
                          <a:ea typeface="Noto Sans KR"/>
                          <a:cs typeface="Noto Sans KR"/>
                        </a:rPr>
                        <a:t>구현 원칙</a:t>
                      </a:r>
                    </a:p>
                  </a:txBody>
                  <a:tcPr marL="91440" marR="91440" marT="45720" marB="45720" anchor="ctr">
                    <a:lnL w="9525">
                      <a:solidFill>
                        <a:srgbClr val="DDE2E8"/>
                      </a:solidFill>
                      <a:prstDash val="solid"/>
                    </a:lnL>
                    <a:lnR w="9525">
                      <a:solidFill>
                        <a:srgbClr val="DDE2E8"/>
                      </a:solidFill>
                      <a:prstDash val="solid"/>
                    </a:lnR>
                    <a:lnT w="9525">
                      <a:solidFill>
                        <a:srgbClr val="DDE2E8"/>
                      </a:solidFill>
                      <a:prstDash val="solid"/>
                    </a:lnT>
                    <a:lnB w="9525">
                      <a:solidFill>
                        <a:srgbClr val="DDE2E8"/>
                      </a:solidFill>
                      <a:prstDash val="solid"/>
                    </a:lnB>
                    <a:solidFill>
                      <a:srgbClr val="14191E"/>
                    </a:solidFill>
                  </a:tcPr>
                </a:tc>
                <a:tc>
                  <a:txBody>
                    <a:bodyPr wrap="square">
                      <a:normAutofit/>
                    </a:bodyPr>
                    <a:lstStyle/>
                    <a:p>
                      <a:r>
                        <a:rPr sz="1350" b="1">
                          <a:solidFill>
                            <a:srgbClr val="FFFFFF"/>
                          </a:solidFill>
                          <a:latin typeface="Noto Sans KR"/>
                          <a:ea typeface="Noto Sans KR"/>
                          <a:cs typeface="Noto Sans KR"/>
                        </a:rPr>
                        <a:t>실행 방식</a:t>
                      </a:r>
                    </a:p>
                  </a:txBody>
                  <a:tcPr marL="91440" marR="91440" marT="45720" marB="45720" anchor="ctr">
                    <a:lnR w="9525">
                      <a:solidFill>
                        <a:srgbClr val="DDE2E8"/>
                      </a:solidFill>
                      <a:prstDash val="solid"/>
                    </a:lnR>
                    <a:lnT w="9525">
                      <a:solidFill>
                        <a:srgbClr val="DDE2E8"/>
                      </a:solidFill>
                      <a:prstDash val="solid"/>
                    </a:lnT>
                    <a:lnB w="9525">
                      <a:solidFill>
                        <a:srgbClr val="DDE2E8"/>
                      </a:solidFill>
                      <a:prstDash val="solid"/>
                    </a:lnB>
                    <a:solidFill>
                      <a:srgbClr val="14191E"/>
                    </a:solidFill>
                  </a:tcPr>
                </a:tc>
                <a:tc>
                  <a:txBody>
                    <a:bodyPr wrap="square">
                      <a:normAutofit/>
                    </a:bodyPr>
                    <a:lstStyle/>
                    <a:p>
                      <a:r>
                        <a:rPr sz="1350" b="1">
                          <a:solidFill>
                            <a:srgbClr val="FFFFFF"/>
                          </a:solidFill>
                          <a:latin typeface="Noto Sans KR"/>
                          <a:ea typeface="Noto Sans KR"/>
                          <a:cs typeface="Noto Sans KR"/>
                        </a:rPr>
                        <a:t>기대 가치</a:t>
                      </a:r>
                    </a:p>
                  </a:txBody>
                  <a:tcPr marL="91440" marR="91440" marT="45720" marB="45720" anchor="ctr">
                    <a:lnR w="9525">
                      <a:solidFill>
                        <a:srgbClr val="DDE2E8"/>
                      </a:solidFill>
                      <a:prstDash val="solid"/>
                    </a:lnR>
                    <a:lnT w="9525">
                      <a:solidFill>
                        <a:srgbClr val="DDE2E8"/>
                      </a:solidFill>
                      <a:prstDash val="solid"/>
                    </a:lnT>
                    <a:lnB w="9525">
                      <a:solidFill>
                        <a:srgbClr val="DDE2E8"/>
                      </a:solidFill>
                      <a:prstDash val="solid"/>
                    </a:lnB>
                    <a:solidFill>
                      <a:srgbClr val="14191E"/>
                    </a:solidFill>
                  </a:tcPr>
                </a:tc>
              </a:tr>
              <a:tr h="728663">
                <a:tc>
                  <a:txBody>
                    <a:bodyPr wrap="square">
                      <a:normAutofit/>
                    </a:bodyPr>
                    <a:lstStyle/>
                    <a:p>
                      <a:r>
                        <a:rPr sz="1350" b="1">
                          <a:solidFill>
                            <a:srgbClr val="14191E"/>
                          </a:solidFill>
                          <a:latin typeface="Noto Sans KR"/>
                          <a:ea typeface="Noto Sans KR"/>
                          <a:cs typeface="Noto Sans KR"/>
                        </a:rPr>
                        <a:t>반증 가능한 가독성</a:t>
                      </a:r>
                    </a:p>
                  </a:txBody>
                  <a:tcPr marL="91440" marR="91440" marT="45720" marB="45720" anchor="ctr">
                    <a:lnL w="9525">
                      <a:solidFill>
                        <a:srgbClr val="DDE2E8"/>
                      </a:solidFill>
                      <a:prstDash val="solid"/>
                    </a:lnL>
                    <a:lnR w="9525">
                      <a:solidFill>
                        <a:srgbClr val="DDE2E8"/>
                      </a:solidFill>
                      <a:prstDash val="solid"/>
                    </a:lnR>
                    <a:lnB w="9525">
                      <a:solidFill>
                        <a:srgbClr val="DDE2E8"/>
                      </a:solidFill>
                      <a:prstDash val="solid"/>
                    </a:lnB>
                    <a:solidFill>
                      <a:srgbClr val="FFFFFF"/>
                    </a:solidFill>
                  </a:tcPr>
                </a:tc>
                <a:tc>
                  <a:txBody>
                    <a:bodyPr wrap="square">
                      <a:normAutofit/>
                    </a:bodyPr>
                    <a:lstStyle/>
                    <a:p>
                      <a:r>
                        <a:rPr sz="1350" b="0">
                          <a:solidFill>
                            <a:srgbClr val="414B58"/>
                          </a:solidFill>
                          <a:latin typeface="Noto Sans KR"/>
                          <a:ea typeface="Noto Sans KR"/>
                          <a:cs typeface="Noto Sans KR"/>
                        </a:rPr>
                        <a:t>업무 경계·계약·코드·테스트·실행 근거를 연결</a:t>
                      </a:r>
                    </a:p>
                  </a:txBody>
                  <a:tcPr marL="91440" marR="91440" marT="45720" marB="45720" anchor="ctr">
                    <a:lnR w="9525">
                      <a:solidFill>
                        <a:srgbClr val="DDE2E8"/>
                      </a:solidFill>
                      <a:prstDash val="solid"/>
                    </a:lnR>
                    <a:lnB w="9525">
                      <a:solidFill>
                        <a:srgbClr val="DDE2E8"/>
                      </a:solidFill>
                      <a:prstDash val="solid"/>
                    </a:lnB>
                    <a:solidFill>
                      <a:srgbClr val="FFFFFF"/>
                    </a:solidFill>
                  </a:tcPr>
                </a:tc>
                <a:tc>
                  <a:txBody>
                    <a:bodyPr wrap="square">
                      <a:normAutofit/>
                    </a:bodyPr>
                    <a:lstStyle/>
                    <a:p>
                      <a:r>
                        <a:rPr sz="1350" b="0">
                          <a:solidFill>
                            <a:srgbClr val="414B58"/>
                          </a:solidFill>
                          <a:latin typeface="Noto Sans KR"/>
                          <a:ea typeface="Noto Sans KR"/>
                          <a:cs typeface="Noto Sans KR"/>
                        </a:rPr>
                        <a:t>AI 설명을 맹신하지 않는 판단</a:t>
                      </a:r>
                    </a:p>
                  </a:txBody>
                  <a:tcPr marL="91440" marR="91440" marT="45720" marB="45720" anchor="ctr">
                    <a:lnR w="9525">
                      <a:solidFill>
                        <a:srgbClr val="DDE2E8"/>
                      </a:solidFill>
                      <a:prstDash val="solid"/>
                    </a:lnR>
                    <a:lnB w="9525">
                      <a:solidFill>
                        <a:srgbClr val="DDE2E8"/>
                      </a:solidFill>
                      <a:prstDash val="solid"/>
                    </a:lnB>
                    <a:solidFill>
                      <a:srgbClr val="FFFFFF"/>
                    </a:solidFill>
                  </a:tcPr>
                </a:tc>
              </a:tr>
              <a:tr h="728663">
                <a:tc>
                  <a:txBody>
                    <a:bodyPr wrap="square">
                      <a:normAutofit/>
                    </a:bodyPr>
                    <a:lstStyle/>
                    <a:p>
                      <a:r>
                        <a:rPr sz="1350" b="1">
                          <a:solidFill>
                            <a:srgbClr val="14191E"/>
                          </a:solidFill>
                          <a:latin typeface="Noto Sans KR"/>
                          <a:ea typeface="Noto Sans KR"/>
                          <a:cs typeface="Noto Sans KR"/>
                        </a:rPr>
                        <a:t>미래 변경의 안전성과 비용</a:t>
                      </a:r>
                    </a:p>
                  </a:txBody>
                  <a:tcPr marL="91440" marR="91440" marT="45720" marB="45720" anchor="ctr">
                    <a:lnL w="9525">
                      <a:solidFill>
                        <a:srgbClr val="DDE2E8"/>
                      </a:solidFill>
                      <a:prstDash val="solid"/>
                    </a:lnL>
                    <a:lnR w="9525">
                      <a:solidFill>
                        <a:srgbClr val="DDE2E8"/>
                      </a:solidFill>
                      <a:prstDash val="solid"/>
                    </a:lnR>
                    <a:lnB w="9525">
                      <a:solidFill>
                        <a:srgbClr val="DDE2E8"/>
                      </a:solidFill>
                      <a:prstDash val="solid"/>
                    </a:lnB>
                    <a:solidFill>
                      <a:srgbClr val="F1F4F8"/>
                    </a:solidFill>
                  </a:tcPr>
                </a:tc>
                <a:tc>
                  <a:txBody>
                    <a:bodyPr wrap="square">
                      <a:normAutofit/>
                    </a:bodyPr>
                    <a:lstStyle/>
                    <a:p>
                      <a:r>
                        <a:rPr sz="1350" b="0">
                          <a:solidFill>
                            <a:srgbClr val="414B58"/>
                          </a:solidFill>
                          <a:latin typeface="Noto Sans KR"/>
                          <a:ea typeface="Noto Sans KR"/>
                          <a:cs typeface="Noto Sans KR"/>
                        </a:rPr>
                        <a:t>작은 구현 뒤 중복·결합·회귀·기술 부채를 점검</a:t>
                      </a:r>
                    </a:p>
                  </a:txBody>
                  <a:tcPr marL="91440" marR="91440" marT="45720" marB="45720" anchor="ctr">
                    <a:lnR w="9525">
                      <a:solidFill>
                        <a:srgbClr val="DDE2E8"/>
                      </a:solidFill>
                      <a:prstDash val="solid"/>
                    </a:lnR>
                    <a:lnB w="9525">
                      <a:solidFill>
                        <a:srgbClr val="DDE2E8"/>
                      </a:solidFill>
                      <a:prstDash val="solid"/>
                    </a:lnB>
                    <a:solidFill>
                      <a:srgbClr val="F1F4F8"/>
                    </a:solidFill>
                  </a:tcPr>
                </a:tc>
                <a:tc>
                  <a:txBody>
                    <a:bodyPr wrap="square">
                      <a:normAutofit/>
                    </a:bodyPr>
                    <a:lstStyle/>
                    <a:p>
                      <a:r>
                        <a:rPr sz="1350" b="0">
                          <a:solidFill>
                            <a:srgbClr val="414B58"/>
                          </a:solidFill>
                          <a:latin typeface="Noto Sans KR"/>
                          <a:ea typeface="Noto Sans KR"/>
                          <a:cs typeface="Noto Sans KR"/>
                        </a:rPr>
                        <a:t>재작업과 다음 변경 부담 완화</a:t>
                      </a:r>
                    </a:p>
                  </a:txBody>
                  <a:tcPr marL="91440" marR="91440" marT="45720" marB="45720" anchor="ctr">
                    <a:lnR w="9525">
                      <a:solidFill>
                        <a:srgbClr val="DDE2E8"/>
                      </a:solidFill>
                      <a:prstDash val="solid"/>
                    </a:lnR>
                    <a:lnB w="9525">
                      <a:solidFill>
                        <a:srgbClr val="DDE2E8"/>
                      </a:solidFill>
                      <a:prstDash val="solid"/>
                    </a:lnB>
                    <a:solidFill>
                      <a:srgbClr val="F1F4F8"/>
                    </a:solidFill>
                  </a:tcPr>
                </a:tc>
              </a:tr>
              <a:tr h="728663">
                <a:tc>
                  <a:txBody>
                    <a:bodyPr wrap="square">
                      <a:normAutofit/>
                    </a:bodyPr>
                    <a:lstStyle/>
                    <a:p>
                      <a:r>
                        <a:rPr sz="1350" b="1">
                          <a:solidFill>
                            <a:srgbClr val="14191E"/>
                          </a:solidFill>
                          <a:latin typeface="Noto Sans KR"/>
                          <a:ea typeface="Noto Sans KR"/>
                          <a:cs typeface="Noto Sans KR"/>
                        </a:rPr>
                        <a:t>검증·되돌림에 맞춘 자율성</a:t>
                      </a:r>
                    </a:p>
                  </a:txBody>
                  <a:tcPr marL="91440" marR="91440" marT="45720" marB="45720" anchor="ctr">
                    <a:lnL w="9525">
                      <a:solidFill>
                        <a:srgbClr val="DDE2E8"/>
                      </a:solidFill>
                      <a:prstDash val="solid"/>
                    </a:lnL>
                    <a:lnR w="9525">
                      <a:solidFill>
                        <a:srgbClr val="DDE2E8"/>
                      </a:solidFill>
                      <a:prstDash val="solid"/>
                    </a:lnR>
                    <a:lnB w="9525">
                      <a:solidFill>
                        <a:srgbClr val="DDE2E8"/>
                      </a:solidFill>
                      <a:prstDash val="solid"/>
                    </a:lnB>
                    <a:solidFill>
                      <a:srgbClr val="FFFFFF"/>
                    </a:solidFill>
                  </a:tcPr>
                </a:tc>
                <a:tc>
                  <a:txBody>
                    <a:bodyPr wrap="square">
                      <a:normAutofit/>
                    </a:bodyPr>
                    <a:lstStyle/>
                    <a:p>
                      <a:r>
                        <a:rPr sz="1350" b="0">
                          <a:solidFill>
                            <a:srgbClr val="414B58"/>
                          </a:solidFill>
                          <a:latin typeface="Noto Sans KR"/>
                          <a:ea typeface="Noto Sans KR"/>
                          <a:cs typeface="Noto Sans KR"/>
                        </a:rPr>
                        <a:t>격리·독립 검증·승인·복구 경로에 따라 위임</a:t>
                      </a:r>
                    </a:p>
                  </a:txBody>
                  <a:tcPr marL="91440" marR="91440" marT="45720" marB="45720" anchor="ctr">
                    <a:lnR w="9525">
                      <a:solidFill>
                        <a:srgbClr val="DDE2E8"/>
                      </a:solidFill>
                      <a:prstDash val="solid"/>
                    </a:lnR>
                    <a:lnB w="9525">
                      <a:solidFill>
                        <a:srgbClr val="DDE2E8"/>
                      </a:solidFill>
                      <a:prstDash val="solid"/>
                    </a:lnB>
                    <a:solidFill>
                      <a:srgbClr val="FFFFFF"/>
                    </a:solidFill>
                  </a:tcPr>
                </a:tc>
                <a:tc>
                  <a:txBody>
                    <a:bodyPr wrap="square">
                      <a:normAutofit/>
                    </a:bodyPr>
                    <a:lstStyle/>
                    <a:p>
                      <a:r>
                        <a:rPr sz="1350" b="0">
                          <a:solidFill>
                            <a:srgbClr val="414B58"/>
                          </a:solidFill>
                          <a:latin typeface="Noto Sans KR"/>
                          <a:ea typeface="Noto Sans KR"/>
                          <a:cs typeface="Noto Sans KR"/>
                        </a:rPr>
                        <a:t>통제 가능한 자동화 확대</a:t>
                      </a:r>
                    </a:p>
                  </a:txBody>
                  <a:tcPr marL="91440" marR="91440" marT="45720" marB="45720" anchor="ctr">
                    <a:lnR w="9525">
                      <a:solidFill>
                        <a:srgbClr val="DDE2E8"/>
                      </a:solidFill>
                      <a:prstDash val="solid"/>
                    </a:lnR>
                    <a:lnB w="9525">
                      <a:solidFill>
                        <a:srgbClr val="DDE2E8"/>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B978830-F932-4D41-A0A4-887F66D56BAF}"/>
              </a:ext>
            </a:extLst>
          </p:cNvPr>
          <p:cNvSpPr>
            <a:spLocks xmlns:a="http://schemas.openxmlformats.org/drawingml/2006/main" noGrp="1"/>
          </p:cNvSpPr>
          <p:nvPr/>
        </p:nvSpPr>
        <p:spPr>
          <a:xfrm xmlns:a="http://schemas.openxmlformats.org/drawingml/2006/main">
            <a:off x="609600" y="5400675"/>
            <a:ext cx="57150" cy="571500"/>
          </a:xfrm>
          <a:prstGeom xmlns:a="http://schemas.openxmlformats.org/drawingml/2006/main" prst="rect">
            <a:avLst/>
          </a:prstGeom>
          <a:solidFill xmlns:a="http://schemas.openxmlformats.org/drawingml/2006/main">
            <a:srgbClr val="3366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F9DADE2-B153-41C6-998A-C120BA1C5EF8}"/>
              </a:ext>
            </a:extLst>
          </p:cNvPr>
          <p:cNvSpPr>
            <a:spLocks xmlns:a="http://schemas.openxmlformats.org/drawingml/2006/main" noGrp="1"/>
          </p:cNvSpPr>
          <p:nvPr/>
        </p:nvSpPr>
        <p:spPr>
          <a:xfrm xmlns:a="http://schemas.openxmlformats.org/drawingml/2006/main">
            <a:off x="800100" y="541020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14191E"/>
                </a:solidFill>
                <a:latin typeface="Noto Sans KR"/>
                <a:ea typeface="Noto Sans KR"/>
                <a:cs typeface="Noto Sans KR"/>
              </a:defRPr>
            </a:defPPr>
            <a:lvl1pPr algn="l">
              <a:defRPr sz="1575" b="1">
                <a:solidFill>
                  <a:srgbClr val="14191E"/>
                </a:solidFill>
                <a:latin typeface="Noto Sans KR"/>
                <a:ea typeface="Noto Sans KR"/>
                <a:cs typeface="Noto Sans KR"/>
              </a:defRPr>
            </a:lvl1pPr>
            <a:lvl2pPr algn="l">
              <a:defRPr sz="1575" b="1">
                <a:solidFill>
                  <a:srgbClr val="14191E"/>
                </a:solidFill>
                <a:latin typeface="Noto Sans KR"/>
                <a:ea typeface="Noto Sans KR"/>
                <a:cs typeface="Noto Sans KR"/>
              </a:defRPr>
            </a:lvl2pPr>
            <a:lvl3pPr algn="l">
              <a:defRPr sz="1575" b="1">
                <a:solidFill>
                  <a:srgbClr val="14191E"/>
                </a:solidFill>
                <a:latin typeface="Noto Sans KR"/>
                <a:ea typeface="Noto Sans KR"/>
                <a:cs typeface="Noto Sans KR"/>
              </a:defRPr>
            </a:lvl3pPr>
            <a:lvl4pPr algn="l">
              <a:defRPr sz="1575" b="1">
                <a:solidFill>
                  <a:srgbClr val="14191E"/>
                </a:solidFill>
                <a:latin typeface="Noto Sans KR"/>
                <a:ea typeface="Noto Sans KR"/>
                <a:cs typeface="Noto Sans KR"/>
              </a:defRPr>
            </a:lvl4pPr>
            <a:lvl5pPr algn="l">
              <a:defRPr sz="1575" b="1">
                <a:solidFill>
                  <a:srgbClr val="14191E"/>
                </a:solidFill>
                <a:latin typeface="Noto Sans KR"/>
                <a:ea typeface="Noto Sans KR"/>
                <a:cs typeface="Noto Sans KR"/>
              </a:defRPr>
            </a:lvl5pPr>
            <a:lvl6pPr algn="l">
              <a:defRPr sz="1575" b="1">
                <a:solidFill>
                  <a:srgbClr val="14191E"/>
                </a:solidFill>
                <a:latin typeface="Noto Sans KR"/>
                <a:ea typeface="Noto Sans KR"/>
                <a:cs typeface="Noto Sans KR"/>
              </a:defRPr>
            </a:lvl6pPr>
            <a:lvl7pPr algn="l">
              <a:defRPr sz="1575" b="1">
                <a:solidFill>
                  <a:srgbClr val="14191E"/>
                </a:solidFill>
                <a:latin typeface="Noto Sans KR"/>
                <a:ea typeface="Noto Sans KR"/>
                <a:cs typeface="Noto Sans KR"/>
              </a:defRPr>
            </a:lvl7pPr>
            <a:lvl8pPr algn="l">
              <a:defRPr sz="1575" b="1">
                <a:solidFill>
                  <a:srgbClr val="14191E"/>
                </a:solidFill>
                <a:latin typeface="Noto Sans KR"/>
                <a:ea typeface="Noto Sans KR"/>
                <a:cs typeface="Noto Sans KR"/>
              </a:defRPr>
            </a:lvl8pPr>
            <a:lvl9pPr algn="l">
              <a:defRPr sz="1575" b="1">
                <a:solidFill>
                  <a:srgbClr val="14191E"/>
                </a:solidFill>
                <a:latin typeface="Noto Sans KR"/>
                <a:ea typeface="Noto Sans KR"/>
                <a:cs typeface="Noto Sans KR"/>
              </a:defRPr>
            </a:lvl9pPr>
          </a:lstStyle>
          <a:p xmlns:a="http://schemas.openxmlformats.org/drawingml/2006/main">
            <a:pPr algn="l">
              <a:defRPr sz="1575" b="1">
                <a:solidFill>
                  <a:srgbClr val="14191E"/>
                </a:solidFill>
                <a:latin typeface="Noto Sans KR"/>
                <a:ea typeface="Noto Sans KR"/>
                <a:cs typeface="Noto Sans KR"/>
              </a:defRPr>
            </a:pPr>
            <a:r>
              <a:rPr sz="1575" b="1">
                <a:solidFill>
                  <a:srgbClr val="14191E"/>
                </a:solidFill>
                <a:latin typeface="Noto Sans KR"/>
                <a:ea typeface="Noto Sans KR"/>
                <a:cs typeface="Noto Sans KR"/>
              </a:rPr>
              <a:t>성과는 코드량이 아니라 검증된 업무 결과·변경 소요시간·회귀 결함·인수인계 부담·총비용으로 평가</a:t>
            </a:r>
          </a:p>
        </p:txBody>
      </p:sp>
      <p:sp>
        <p:nvSpPr>
          <p:cNvPr id="7" name="">
            <a:extLst xmlns:a="http://schemas.openxmlformats.org/drawingml/2006/main">
              <a:ext uri="{FF2B5EF4-FFF2-40B4-BE49-F238E27FC236}">
                <a16:creationId xmlns:a16="http://schemas.microsoft.com/office/drawing/2014/main" id="{1188B368-ECCD-4A0F-976F-42920BB1879A}"/>
              </a:ext>
            </a:extLst>
          </p:cNvPr>
          <p:cNvSpPr>
            <a:spLocks xmlns:a="http://schemas.openxmlformats.org/drawingml/2006/main" noGrp="1"/>
          </p:cNvSpPr>
          <p:nvPr/>
        </p:nvSpPr>
        <p:spPr>
          <a:xfrm xmlns:a="http://schemas.openxmlformats.org/drawingml/2006/main">
            <a:off x="609600" y="6048375"/>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3366FF"/>
                </a:solidFill>
                <a:latin typeface="Noto Sans KR"/>
                <a:ea typeface="Noto Sans KR"/>
                <a:cs typeface="Noto Sans KR"/>
              </a:defRPr>
            </a:defPPr>
            <a:lvl1pPr algn="l">
              <a:defRPr sz="1275" b="1">
                <a:solidFill>
                  <a:srgbClr val="3366FF"/>
                </a:solidFill>
                <a:latin typeface="Noto Sans KR"/>
                <a:ea typeface="Noto Sans KR"/>
                <a:cs typeface="Noto Sans KR"/>
              </a:defRPr>
            </a:lvl1pPr>
            <a:lvl2pPr algn="l">
              <a:defRPr sz="1275" b="1">
                <a:solidFill>
                  <a:srgbClr val="3366FF"/>
                </a:solidFill>
                <a:latin typeface="Noto Sans KR"/>
                <a:ea typeface="Noto Sans KR"/>
                <a:cs typeface="Noto Sans KR"/>
              </a:defRPr>
            </a:lvl2pPr>
            <a:lvl3pPr algn="l">
              <a:defRPr sz="1275" b="1">
                <a:solidFill>
                  <a:srgbClr val="3366FF"/>
                </a:solidFill>
                <a:latin typeface="Noto Sans KR"/>
                <a:ea typeface="Noto Sans KR"/>
                <a:cs typeface="Noto Sans KR"/>
              </a:defRPr>
            </a:lvl3pPr>
            <a:lvl4pPr algn="l">
              <a:defRPr sz="1275" b="1">
                <a:solidFill>
                  <a:srgbClr val="3366FF"/>
                </a:solidFill>
                <a:latin typeface="Noto Sans KR"/>
                <a:ea typeface="Noto Sans KR"/>
                <a:cs typeface="Noto Sans KR"/>
              </a:defRPr>
            </a:lvl4pPr>
            <a:lvl5pPr algn="l">
              <a:defRPr sz="1275" b="1">
                <a:solidFill>
                  <a:srgbClr val="3366FF"/>
                </a:solidFill>
                <a:latin typeface="Noto Sans KR"/>
                <a:ea typeface="Noto Sans KR"/>
                <a:cs typeface="Noto Sans KR"/>
              </a:defRPr>
            </a:lvl5pPr>
            <a:lvl6pPr algn="l">
              <a:defRPr sz="1275" b="1">
                <a:solidFill>
                  <a:srgbClr val="3366FF"/>
                </a:solidFill>
                <a:latin typeface="Noto Sans KR"/>
                <a:ea typeface="Noto Sans KR"/>
                <a:cs typeface="Noto Sans KR"/>
              </a:defRPr>
            </a:lvl6pPr>
            <a:lvl7pPr algn="l">
              <a:defRPr sz="1275" b="1">
                <a:solidFill>
                  <a:srgbClr val="3366FF"/>
                </a:solidFill>
                <a:latin typeface="Noto Sans KR"/>
                <a:ea typeface="Noto Sans KR"/>
                <a:cs typeface="Noto Sans KR"/>
              </a:defRPr>
            </a:lvl7pPr>
            <a:lvl8pPr algn="l">
              <a:defRPr sz="1275" b="1">
                <a:solidFill>
                  <a:srgbClr val="3366FF"/>
                </a:solidFill>
                <a:latin typeface="Noto Sans KR"/>
                <a:ea typeface="Noto Sans KR"/>
                <a:cs typeface="Noto Sans KR"/>
              </a:defRPr>
            </a:lvl8pPr>
            <a:lvl9pPr algn="l">
              <a:defRPr sz="1275" b="1">
                <a:solidFill>
                  <a:srgbClr val="3366FF"/>
                </a:solidFill>
                <a:latin typeface="Noto Sans KR"/>
                <a:ea typeface="Noto Sans KR"/>
                <a:cs typeface="Noto Sans KR"/>
              </a:defRPr>
            </a:lvl9pPr>
          </a:lstStyle>
          <a:p xmlns:a="http://schemas.openxmlformats.org/drawingml/2006/main">
            <a:pPr algn="l">
              <a:defRPr sz="1275" b="1">
                <a:solidFill>
                  <a:srgbClr val="3366FF"/>
                </a:solidFill>
                <a:latin typeface="Noto Sans KR"/>
                <a:ea typeface="Noto Sans KR"/>
                <a:cs typeface="Noto Sans KR"/>
              </a:defRPr>
            </a:pPr>
            <a:r>
              <a:rPr sz="1275" b="1">
                <a:solidFill>
                  <a:srgbClr val="3366FF"/>
                </a:solidFill>
                <a:latin typeface="Noto Sans KR"/>
                <a:ea typeface="Noto Sans KR"/>
                <a:cs typeface="Noto Sans KR"/>
              </a:rPr>
              <a:t>작은 파일럿  →  실제 브라우저·데이터 검증  →  단계적 전환  →  검증 범위 확대</a:t>
            </a:r>
          </a:p>
        </p:txBody>
      </p:sp>
      <p:sp>
        <p:nvSpPr>
          <p:cNvPr id="8" name="">
            <a:extLst xmlns:a="http://schemas.openxmlformats.org/drawingml/2006/main">
              <a:ext uri="{FF2B5EF4-FFF2-40B4-BE49-F238E27FC236}">
                <a16:creationId xmlns:a16="http://schemas.microsoft.com/office/drawing/2014/main" id="{6A8E18CD-B873-49AE-B66D-22C13B484408}"/>
              </a:ext>
            </a:extLst>
          </p:cNvPr>
          <p:cNvSpPr>
            <a:spLocks xmlns:a="http://schemas.openxmlformats.org/drawingml/2006/main" noGrp="1"/>
          </p:cNvSpPr>
          <p:nvPr/>
        </p:nvSpPr>
        <p:spPr>
          <a:xfrm xmlns:a="http://schemas.openxmlformats.org/drawingml/2006/main">
            <a:off x="609600" y="6353175"/>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b="0">
                <a:solidFill>
                  <a:srgbClr val="667085"/>
                </a:solidFill>
                <a:latin typeface="Noto Sans KR"/>
                <a:ea typeface="Noto Sans KR"/>
                <a:cs typeface="Noto Sans KR"/>
              </a:defRPr>
            </a:defPPr>
            <a:lvl1pPr algn="l">
              <a:defRPr sz="1050" b="0">
                <a:solidFill>
                  <a:srgbClr val="667085"/>
                </a:solidFill>
                <a:latin typeface="Noto Sans KR"/>
                <a:ea typeface="Noto Sans KR"/>
                <a:cs typeface="Noto Sans KR"/>
              </a:defRPr>
            </a:lvl1pPr>
            <a:lvl2pPr algn="l">
              <a:defRPr sz="1050" b="0">
                <a:solidFill>
                  <a:srgbClr val="667085"/>
                </a:solidFill>
                <a:latin typeface="Noto Sans KR"/>
                <a:ea typeface="Noto Sans KR"/>
                <a:cs typeface="Noto Sans KR"/>
              </a:defRPr>
            </a:lvl2pPr>
            <a:lvl3pPr algn="l">
              <a:defRPr sz="1050" b="0">
                <a:solidFill>
                  <a:srgbClr val="667085"/>
                </a:solidFill>
                <a:latin typeface="Noto Sans KR"/>
                <a:ea typeface="Noto Sans KR"/>
                <a:cs typeface="Noto Sans KR"/>
              </a:defRPr>
            </a:lvl3pPr>
            <a:lvl4pPr algn="l">
              <a:defRPr sz="1050" b="0">
                <a:solidFill>
                  <a:srgbClr val="667085"/>
                </a:solidFill>
                <a:latin typeface="Noto Sans KR"/>
                <a:ea typeface="Noto Sans KR"/>
                <a:cs typeface="Noto Sans KR"/>
              </a:defRPr>
            </a:lvl4pPr>
            <a:lvl5pPr algn="l">
              <a:defRPr sz="1050" b="0">
                <a:solidFill>
                  <a:srgbClr val="667085"/>
                </a:solidFill>
                <a:latin typeface="Noto Sans KR"/>
                <a:ea typeface="Noto Sans KR"/>
                <a:cs typeface="Noto Sans KR"/>
              </a:defRPr>
            </a:lvl5pPr>
            <a:lvl6pPr algn="l">
              <a:defRPr sz="1050" b="0">
                <a:solidFill>
                  <a:srgbClr val="667085"/>
                </a:solidFill>
                <a:latin typeface="Noto Sans KR"/>
                <a:ea typeface="Noto Sans KR"/>
                <a:cs typeface="Noto Sans KR"/>
              </a:defRPr>
            </a:lvl6pPr>
            <a:lvl7pPr algn="l">
              <a:defRPr sz="1050" b="0">
                <a:solidFill>
                  <a:srgbClr val="667085"/>
                </a:solidFill>
                <a:latin typeface="Noto Sans KR"/>
                <a:ea typeface="Noto Sans KR"/>
                <a:cs typeface="Noto Sans KR"/>
              </a:defRPr>
            </a:lvl7pPr>
            <a:lvl8pPr algn="l">
              <a:defRPr sz="1050" b="0">
                <a:solidFill>
                  <a:srgbClr val="667085"/>
                </a:solidFill>
                <a:latin typeface="Noto Sans KR"/>
                <a:ea typeface="Noto Sans KR"/>
                <a:cs typeface="Noto Sans KR"/>
              </a:defRPr>
            </a:lvl8pPr>
            <a:lvl9pPr algn="l">
              <a:defRPr sz="1050" b="0">
                <a:solidFill>
                  <a:srgbClr val="667085"/>
                </a:solidFill>
                <a:latin typeface="Noto Sans KR"/>
                <a:ea typeface="Noto Sans KR"/>
                <a:cs typeface="Noto Sans KR"/>
              </a:defRPr>
            </a:lvl9pPr>
          </a:lstStyle>
          <a:p xmlns:a="http://schemas.openxmlformats.org/drawingml/2006/main">
            <a:pPr algn="l">
              <a:defRPr sz="1050" b="0">
                <a:solidFill>
                  <a:srgbClr val="667085"/>
                </a:solidFill>
                <a:latin typeface="Noto Sans KR"/>
                <a:ea typeface="Noto Sans KR"/>
                <a:cs typeface="Noto Sans KR"/>
              </a:defRPr>
            </a:pPr>
            <a:r>
              <a:rPr sz="1050" b="0">
                <a:solidFill>
                  <a:srgbClr val="667085"/>
                </a:solidFill>
                <a:latin typeface="Noto Sans KR"/>
                <a:ea typeface="Noto Sans KR"/>
                <a:cs typeface="Noto Sans KR"/>
              </a:rPr>
              <a:t>차세대 에이전트 친화적 웹 구축 제안</a:t>
            </a:r>
          </a:p>
        </p:txBody>
      </p:sp>
      <p:sp>
        <p:nvSpPr>
          <p:cNvPr id="9" name="">
            <a:extLst xmlns:a="http://schemas.openxmlformats.org/drawingml/2006/main">
              <a:ext uri="{FF2B5EF4-FFF2-40B4-BE49-F238E27FC236}">
                <a16:creationId xmlns:a16="http://schemas.microsoft.com/office/drawing/2014/main" id="{F5168C8F-2E59-45AE-AA23-AB926C522EB1}"/>
              </a:ext>
            </a:extLst>
          </p:cNvPr>
          <p:cNvSpPr>
            <a:spLocks xmlns:a="http://schemas.openxmlformats.org/drawingml/2006/main" noGrp="1"/>
          </p:cNvSpPr>
          <p:nvPr/>
        </p:nvSpPr>
        <p:spPr>
          <a:xfrm xmlns:a="http://schemas.openxmlformats.org/drawingml/2006/main">
            <a:off x="10287000" y="6353175"/>
            <a:ext cx="1276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b="1">
                <a:solidFill>
                  <a:srgbClr val="667085"/>
                </a:solidFill>
                <a:latin typeface="Noto Sans KR"/>
                <a:ea typeface="Noto Sans KR"/>
                <a:cs typeface="Noto Sans KR"/>
              </a:defRPr>
            </a:defPPr>
            <a:lvl1pPr algn="r">
              <a:defRPr sz="1050" b="1">
                <a:solidFill>
                  <a:srgbClr val="667085"/>
                </a:solidFill>
                <a:latin typeface="Noto Sans KR"/>
                <a:ea typeface="Noto Sans KR"/>
                <a:cs typeface="Noto Sans KR"/>
              </a:defRPr>
            </a:lvl1pPr>
            <a:lvl2pPr algn="r">
              <a:defRPr sz="1050" b="1">
                <a:solidFill>
                  <a:srgbClr val="667085"/>
                </a:solidFill>
                <a:latin typeface="Noto Sans KR"/>
                <a:ea typeface="Noto Sans KR"/>
                <a:cs typeface="Noto Sans KR"/>
              </a:defRPr>
            </a:lvl2pPr>
            <a:lvl3pPr algn="r">
              <a:defRPr sz="1050" b="1">
                <a:solidFill>
                  <a:srgbClr val="667085"/>
                </a:solidFill>
                <a:latin typeface="Noto Sans KR"/>
                <a:ea typeface="Noto Sans KR"/>
                <a:cs typeface="Noto Sans KR"/>
              </a:defRPr>
            </a:lvl3pPr>
            <a:lvl4pPr algn="r">
              <a:defRPr sz="1050" b="1">
                <a:solidFill>
                  <a:srgbClr val="667085"/>
                </a:solidFill>
                <a:latin typeface="Noto Sans KR"/>
                <a:ea typeface="Noto Sans KR"/>
                <a:cs typeface="Noto Sans KR"/>
              </a:defRPr>
            </a:lvl4pPr>
            <a:lvl5pPr algn="r">
              <a:defRPr sz="1050" b="1">
                <a:solidFill>
                  <a:srgbClr val="667085"/>
                </a:solidFill>
                <a:latin typeface="Noto Sans KR"/>
                <a:ea typeface="Noto Sans KR"/>
                <a:cs typeface="Noto Sans KR"/>
              </a:defRPr>
            </a:lvl5pPr>
            <a:lvl6pPr algn="r">
              <a:defRPr sz="1050" b="1">
                <a:solidFill>
                  <a:srgbClr val="667085"/>
                </a:solidFill>
                <a:latin typeface="Noto Sans KR"/>
                <a:ea typeface="Noto Sans KR"/>
                <a:cs typeface="Noto Sans KR"/>
              </a:defRPr>
            </a:lvl6pPr>
            <a:lvl7pPr algn="r">
              <a:defRPr sz="1050" b="1">
                <a:solidFill>
                  <a:srgbClr val="667085"/>
                </a:solidFill>
                <a:latin typeface="Noto Sans KR"/>
                <a:ea typeface="Noto Sans KR"/>
                <a:cs typeface="Noto Sans KR"/>
              </a:defRPr>
            </a:lvl7pPr>
            <a:lvl8pPr algn="r">
              <a:defRPr sz="1050" b="1">
                <a:solidFill>
                  <a:srgbClr val="667085"/>
                </a:solidFill>
                <a:latin typeface="Noto Sans KR"/>
                <a:ea typeface="Noto Sans KR"/>
                <a:cs typeface="Noto Sans KR"/>
              </a:defRPr>
            </a:lvl8pPr>
            <a:lvl9pPr algn="r">
              <a:defRPr sz="1050" b="1">
                <a:solidFill>
                  <a:srgbClr val="667085"/>
                </a:solidFill>
                <a:latin typeface="Noto Sans KR"/>
                <a:ea typeface="Noto Sans KR"/>
                <a:cs typeface="Noto Sans KR"/>
              </a:defRPr>
            </a:lvl9pPr>
          </a:lstStyle>
          <a:p xmlns:a="http://schemas.openxmlformats.org/drawingml/2006/main">
            <a:pPr algn="r">
              <a:defRPr sz="1050" b="1">
                <a:solidFill>
                  <a:srgbClr val="667085"/>
                </a:solidFill>
                <a:latin typeface="Noto Sans KR"/>
                <a:ea typeface="Noto Sans KR"/>
                <a:cs typeface="Noto Sans KR"/>
              </a:defRPr>
            </a:pPr>
            <a:r>
              <a:rPr sz="1050" b="1">
                <a:solidFill>
                  <a:srgbClr val="667085"/>
                </a:solidFill>
                <a:latin typeface="Noto Sans KR"/>
                <a:ea typeface="Noto Sans KR"/>
                <a:cs typeface="Noto Sans KR"/>
              </a:rPr>
              <a:t>03 / 03</a:t>
            </a:r>
          </a:p>
        </p:txBody>
      </p:sp>
    </p:spTree>
    <p:extLst>
      <p:ext uri="{BB962C8B-B14F-4D97-AF65-F5344CB8AC3E}">
        <p14:creationId xmlns:p14="http://schemas.microsoft.com/office/powerpoint/2010/main" val="9069930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2026-10-18T09:29:56.8530000Z</dcterms:created>
  <dcterms:modified xsi:type="dcterms:W3CDTF">2026-10-18T09:29:56.8530000Z</dcterms:modified>
</coreProperties>
</file>